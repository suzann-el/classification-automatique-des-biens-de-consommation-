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viewProps" Target="viewProp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EBD9A7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EBD9A7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EBD9A7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EBD9A7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EBD9A7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94528" y="3286143"/>
            <a:ext cx="7304405" cy="5664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EBD9A7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974612" y="3549637"/>
            <a:ext cx="7178675" cy="5311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EBD9A7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EBD9A7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529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1054" y="216853"/>
            <a:ext cx="6950709" cy="1778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EBD9A7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31300" y="3752868"/>
            <a:ext cx="7574915" cy="3549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EBD9A7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 /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4.xml" /><Relationship Id="rId4" Type="http://schemas.openxmlformats.org/officeDocument/2006/relationships/image" Target="../media/image8.jpg" 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3.png" /><Relationship Id="rId117" Type="http://schemas.openxmlformats.org/officeDocument/2006/relationships/image" Target="../media/image124.png" /><Relationship Id="rId21" Type="http://schemas.openxmlformats.org/officeDocument/2006/relationships/image" Target="../media/image28.png" /><Relationship Id="rId42" Type="http://schemas.openxmlformats.org/officeDocument/2006/relationships/image" Target="../media/image49.png" /><Relationship Id="rId47" Type="http://schemas.openxmlformats.org/officeDocument/2006/relationships/image" Target="../media/image54.png" /><Relationship Id="rId63" Type="http://schemas.openxmlformats.org/officeDocument/2006/relationships/image" Target="../media/image70.png" /><Relationship Id="rId68" Type="http://schemas.openxmlformats.org/officeDocument/2006/relationships/image" Target="../media/image75.png" /><Relationship Id="rId84" Type="http://schemas.openxmlformats.org/officeDocument/2006/relationships/image" Target="../media/image91.png" /><Relationship Id="rId89" Type="http://schemas.openxmlformats.org/officeDocument/2006/relationships/image" Target="../media/image96.png" /><Relationship Id="rId112" Type="http://schemas.openxmlformats.org/officeDocument/2006/relationships/image" Target="../media/image119.png" /><Relationship Id="rId133" Type="http://schemas.openxmlformats.org/officeDocument/2006/relationships/image" Target="../media/image140.png" /><Relationship Id="rId138" Type="http://schemas.openxmlformats.org/officeDocument/2006/relationships/image" Target="../media/image145.png" /><Relationship Id="rId154" Type="http://schemas.openxmlformats.org/officeDocument/2006/relationships/image" Target="../media/image161.png" /><Relationship Id="rId159" Type="http://schemas.openxmlformats.org/officeDocument/2006/relationships/image" Target="../media/image166.png" /><Relationship Id="rId175" Type="http://schemas.openxmlformats.org/officeDocument/2006/relationships/image" Target="../media/image182.png" /><Relationship Id="rId170" Type="http://schemas.openxmlformats.org/officeDocument/2006/relationships/image" Target="../media/image177.png" /><Relationship Id="rId16" Type="http://schemas.openxmlformats.org/officeDocument/2006/relationships/image" Target="../media/image23.png" /><Relationship Id="rId107" Type="http://schemas.openxmlformats.org/officeDocument/2006/relationships/image" Target="../media/image114.png" /><Relationship Id="rId11" Type="http://schemas.openxmlformats.org/officeDocument/2006/relationships/image" Target="../media/image18.png" /><Relationship Id="rId32" Type="http://schemas.openxmlformats.org/officeDocument/2006/relationships/image" Target="../media/image39.png" /><Relationship Id="rId37" Type="http://schemas.openxmlformats.org/officeDocument/2006/relationships/image" Target="../media/image44.png" /><Relationship Id="rId53" Type="http://schemas.openxmlformats.org/officeDocument/2006/relationships/image" Target="../media/image60.png" /><Relationship Id="rId58" Type="http://schemas.openxmlformats.org/officeDocument/2006/relationships/image" Target="../media/image65.png" /><Relationship Id="rId74" Type="http://schemas.openxmlformats.org/officeDocument/2006/relationships/image" Target="../media/image81.png" /><Relationship Id="rId79" Type="http://schemas.openxmlformats.org/officeDocument/2006/relationships/image" Target="../media/image86.png" /><Relationship Id="rId102" Type="http://schemas.openxmlformats.org/officeDocument/2006/relationships/image" Target="../media/image109.png" /><Relationship Id="rId123" Type="http://schemas.openxmlformats.org/officeDocument/2006/relationships/image" Target="../media/image130.png" /><Relationship Id="rId128" Type="http://schemas.openxmlformats.org/officeDocument/2006/relationships/image" Target="../media/image135.png" /><Relationship Id="rId144" Type="http://schemas.openxmlformats.org/officeDocument/2006/relationships/image" Target="../media/image151.png" /><Relationship Id="rId149" Type="http://schemas.openxmlformats.org/officeDocument/2006/relationships/image" Target="../media/image156.png" /><Relationship Id="rId5" Type="http://schemas.openxmlformats.org/officeDocument/2006/relationships/image" Target="../media/image12.png" /><Relationship Id="rId90" Type="http://schemas.openxmlformats.org/officeDocument/2006/relationships/image" Target="../media/image97.png" /><Relationship Id="rId95" Type="http://schemas.openxmlformats.org/officeDocument/2006/relationships/image" Target="../media/image102.png" /><Relationship Id="rId160" Type="http://schemas.openxmlformats.org/officeDocument/2006/relationships/image" Target="../media/image167.png" /><Relationship Id="rId165" Type="http://schemas.openxmlformats.org/officeDocument/2006/relationships/image" Target="../media/image172.png" /><Relationship Id="rId181" Type="http://schemas.openxmlformats.org/officeDocument/2006/relationships/image" Target="../media/image188.png" /><Relationship Id="rId186" Type="http://schemas.openxmlformats.org/officeDocument/2006/relationships/image" Target="../media/image193.png" /><Relationship Id="rId22" Type="http://schemas.openxmlformats.org/officeDocument/2006/relationships/image" Target="../media/image29.png" /><Relationship Id="rId27" Type="http://schemas.openxmlformats.org/officeDocument/2006/relationships/image" Target="../media/image34.png" /><Relationship Id="rId43" Type="http://schemas.openxmlformats.org/officeDocument/2006/relationships/image" Target="../media/image50.png" /><Relationship Id="rId48" Type="http://schemas.openxmlformats.org/officeDocument/2006/relationships/image" Target="../media/image55.png" /><Relationship Id="rId64" Type="http://schemas.openxmlformats.org/officeDocument/2006/relationships/image" Target="../media/image71.png" /><Relationship Id="rId69" Type="http://schemas.openxmlformats.org/officeDocument/2006/relationships/image" Target="../media/image76.png" /><Relationship Id="rId113" Type="http://schemas.openxmlformats.org/officeDocument/2006/relationships/image" Target="../media/image120.png" /><Relationship Id="rId118" Type="http://schemas.openxmlformats.org/officeDocument/2006/relationships/image" Target="../media/image125.png" /><Relationship Id="rId134" Type="http://schemas.openxmlformats.org/officeDocument/2006/relationships/image" Target="../media/image141.png" /><Relationship Id="rId139" Type="http://schemas.openxmlformats.org/officeDocument/2006/relationships/image" Target="../media/image146.png" /><Relationship Id="rId80" Type="http://schemas.openxmlformats.org/officeDocument/2006/relationships/image" Target="../media/image87.png" /><Relationship Id="rId85" Type="http://schemas.openxmlformats.org/officeDocument/2006/relationships/image" Target="../media/image92.png" /><Relationship Id="rId150" Type="http://schemas.openxmlformats.org/officeDocument/2006/relationships/image" Target="../media/image157.png" /><Relationship Id="rId155" Type="http://schemas.openxmlformats.org/officeDocument/2006/relationships/image" Target="../media/image162.png" /><Relationship Id="rId171" Type="http://schemas.openxmlformats.org/officeDocument/2006/relationships/image" Target="../media/image178.png" /><Relationship Id="rId176" Type="http://schemas.openxmlformats.org/officeDocument/2006/relationships/image" Target="../media/image183.png" /><Relationship Id="rId12" Type="http://schemas.openxmlformats.org/officeDocument/2006/relationships/image" Target="../media/image19.png" /><Relationship Id="rId17" Type="http://schemas.openxmlformats.org/officeDocument/2006/relationships/image" Target="../media/image24.png" /><Relationship Id="rId33" Type="http://schemas.openxmlformats.org/officeDocument/2006/relationships/image" Target="../media/image40.png" /><Relationship Id="rId38" Type="http://schemas.openxmlformats.org/officeDocument/2006/relationships/image" Target="../media/image45.png" /><Relationship Id="rId59" Type="http://schemas.openxmlformats.org/officeDocument/2006/relationships/image" Target="../media/image66.png" /><Relationship Id="rId103" Type="http://schemas.openxmlformats.org/officeDocument/2006/relationships/image" Target="../media/image110.png" /><Relationship Id="rId108" Type="http://schemas.openxmlformats.org/officeDocument/2006/relationships/image" Target="../media/image115.png" /><Relationship Id="rId124" Type="http://schemas.openxmlformats.org/officeDocument/2006/relationships/image" Target="../media/image131.png" /><Relationship Id="rId129" Type="http://schemas.openxmlformats.org/officeDocument/2006/relationships/image" Target="../media/image136.png" /><Relationship Id="rId54" Type="http://schemas.openxmlformats.org/officeDocument/2006/relationships/image" Target="../media/image61.png" /><Relationship Id="rId70" Type="http://schemas.openxmlformats.org/officeDocument/2006/relationships/image" Target="../media/image77.png" /><Relationship Id="rId75" Type="http://schemas.openxmlformats.org/officeDocument/2006/relationships/image" Target="../media/image82.png" /><Relationship Id="rId91" Type="http://schemas.openxmlformats.org/officeDocument/2006/relationships/image" Target="../media/image98.png" /><Relationship Id="rId96" Type="http://schemas.openxmlformats.org/officeDocument/2006/relationships/image" Target="../media/image103.png" /><Relationship Id="rId140" Type="http://schemas.openxmlformats.org/officeDocument/2006/relationships/image" Target="../media/image147.png" /><Relationship Id="rId145" Type="http://schemas.openxmlformats.org/officeDocument/2006/relationships/image" Target="../media/image152.png" /><Relationship Id="rId161" Type="http://schemas.openxmlformats.org/officeDocument/2006/relationships/image" Target="../media/image168.png" /><Relationship Id="rId166" Type="http://schemas.openxmlformats.org/officeDocument/2006/relationships/image" Target="../media/image173.png" /><Relationship Id="rId182" Type="http://schemas.openxmlformats.org/officeDocument/2006/relationships/image" Target="../media/image189.png" /><Relationship Id="rId187" Type="http://schemas.openxmlformats.org/officeDocument/2006/relationships/image" Target="../media/image194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3.png" /><Relationship Id="rId23" Type="http://schemas.openxmlformats.org/officeDocument/2006/relationships/image" Target="../media/image30.png" /><Relationship Id="rId28" Type="http://schemas.openxmlformats.org/officeDocument/2006/relationships/image" Target="../media/image35.png" /><Relationship Id="rId49" Type="http://schemas.openxmlformats.org/officeDocument/2006/relationships/image" Target="../media/image56.png" /><Relationship Id="rId114" Type="http://schemas.openxmlformats.org/officeDocument/2006/relationships/image" Target="../media/image121.png" /><Relationship Id="rId119" Type="http://schemas.openxmlformats.org/officeDocument/2006/relationships/image" Target="../media/image126.png" /><Relationship Id="rId44" Type="http://schemas.openxmlformats.org/officeDocument/2006/relationships/image" Target="../media/image51.png" /><Relationship Id="rId60" Type="http://schemas.openxmlformats.org/officeDocument/2006/relationships/image" Target="../media/image67.png" /><Relationship Id="rId65" Type="http://schemas.openxmlformats.org/officeDocument/2006/relationships/image" Target="../media/image72.png" /><Relationship Id="rId81" Type="http://schemas.openxmlformats.org/officeDocument/2006/relationships/image" Target="../media/image88.png" /><Relationship Id="rId86" Type="http://schemas.openxmlformats.org/officeDocument/2006/relationships/image" Target="../media/image93.png" /><Relationship Id="rId130" Type="http://schemas.openxmlformats.org/officeDocument/2006/relationships/image" Target="../media/image137.png" /><Relationship Id="rId135" Type="http://schemas.openxmlformats.org/officeDocument/2006/relationships/image" Target="../media/image142.png" /><Relationship Id="rId151" Type="http://schemas.openxmlformats.org/officeDocument/2006/relationships/image" Target="../media/image158.png" /><Relationship Id="rId156" Type="http://schemas.openxmlformats.org/officeDocument/2006/relationships/image" Target="../media/image163.png" /><Relationship Id="rId177" Type="http://schemas.openxmlformats.org/officeDocument/2006/relationships/image" Target="../media/image184.png" /><Relationship Id="rId172" Type="http://schemas.openxmlformats.org/officeDocument/2006/relationships/image" Target="../media/image179.png" /><Relationship Id="rId13" Type="http://schemas.openxmlformats.org/officeDocument/2006/relationships/image" Target="../media/image20.png" /><Relationship Id="rId18" Type="http://schemas.openxmlformats.org/officeDocument/2006/relationships/image" Target="../media/image25.png" /><Relationship Id="rId39" Type="http://schemas.openxmlformats.org/officeDocument/2006/relationships/image" Target="../media/image46.png" /><Relationship Id="rId109" Type="http://schemas.openxmlformats.org/officeDocument/2006/relationships/image" Target="../media/image116.png" /><Relationship Id="rId34" Type="http://schemas.openxmlformats.org/officeDocument/2006/relationships/image" Target="../media/image41.png" /><Relationship Id="rId50" Type="http://schemas.openxmlformats.org/officeDocument/2006/relationships/image" Target="../media/image57.png" /><Relationship Id="rId55" Type="http://schemas.openxmlformats.org/officeDocument/2006/relationships/image" Target="../media/image62.png" /><Relationship Id="rId76" Type="http://schemas.openxmlformats.org/officeDocument/2006/relationships/image" Target="../media/image83.png" /><Relationship Id="rId97" Type="http://schemas.openxmlformats.org/officeDocument/2006/relationships/image" Target="../media/image104.png" /><Relationship Id="rId104" Type="http://schemas.openxmlformats.org/officeDocument/2006/relationships/image" Target="../media/image111.png" /><Relationship Id="rId120" Type="http://schemas.openxmlformats.org/officeDocument/2006/relationships/image" Target="../media/image127.png" /><Relationship Id="rId125" Type="http://schemas.openxmlformats.org/officeDocument/2006/relationships/image" Target="../media/image132.png" /><Relationship Id="rId141" Type="http://schemas.openxmlformats.org/officeDocument/2006/relationships/image" Target="../media/image148.png" /><Relationship Id="rId146" Type="http://schemas.openxmlformats.org/officeDocument/2006/relationships/image" Target="../media/image153.png" /><Relationship Id="rId167" Type="http://schemas.openxmlformats.org/officeDocument/2006/relationships/image" Target="../media/image174.png" /><Relationship Id="rId7" Type="http://schemas.openxmlformats.org/officeDocument/2006/relationships/image" Target="../media/image14.png" /><Relationship Id="rId71" Type="http://schemas.openxmlformats.org/officeDocument/2006/relationships/image" Target="../media/image78.png" /><Relationship Id="rId92" Type="http://schemas.openxmlformats.org/officeDocument/2006/relationships/image" Target="../media/image99.png" /><Relationship Id="rId162" Type="http://schemas.openxmlformats.org/officeDocument/2006/relationships/image" Target="../media/image169.png" /><Relationship Id="rId183" Type="http://schemas.openxmlformats.org/officeDocument/2006/relationships/image" Target="../media/image190.png" /><Relationship Id="rId2" Type="http://schemas.openxmlformats.org/officeDocument/2006/relationships/image" Target="../media/image9.png" /><Relationship Id="rId29" Type="http://schemas.openxmlformats.org/officeDocument/2006/relationships/image" Target="../media/image36.png" /><Relationship Id="rId24" Type="http://schemas.openxmlformats.org/officeDocument/2006/relationships/image" Target="../media/image31.png" /><Relationship Id="rId40" Type="http://schemas.openxmlformats.org/officeDocument/2006/relationships/image" Target="../media/image47.png" /><Relationship Id="rId45" Type="http://schemas.openxmlformats.org/officeDocument/2006/relationships/image" Target="../media/image52.png" /><Relationship Id="rId66" Type="http://schemas.openxmlformats.org/officeDocument/2006/relationships/image" Target="../media/image73.png" /><Relationship Id="rId87" Type="http://schemas.openxmlformats.org/officeDocument/2006/relationships/image" Target="../media/image94.png" /><Relationship Id="rId110" Type="http://schemas.openxmlformats.org/officeDocument/2006/relationships/image" Target="../media/image117.png" /><Relationship Id="rId115" Type="http://schemas.openxmlformats.org/officeDocument/2006/relationships/image" Target="../media/image122.png" /><Relationship Id="rId131" Type="http://schemas.openxmlformats.org/officeDocument/2006/relationships/image" Target="../media/image138.png" /><Relationship Id="rId136" Type="http://schemas.openxmlformats.org/officeDocument/2006/relationships/image" Target="../media/image143.png" /><Relationship Id="rId157" Type="http://schemas.openxmlformats.org/officeDocument/2006/relationships/image" Target="../media/image164.png" /><Relationship Id="rId178" Type="http://schemas.openxmlformats.org/officeDocument/2006/relationships/image" Target="../media/image185.png" /><Relationship Id="rId61" Type="http://schemas.openxmlformats.org/officeDocument/2006/relationships/image" Target="../media/image68.png" /><Relationship Id="rId82" Type="http://schemas.openxmlformats.org/officeDocument/2006/relationships/image" Target="../media/image89.png" /><Relationship Id="rId152" Type="http://schemas.openxmlformats.org/officeDocument/2006/relationships/image" Target="../media/image159.png" /><Relationship Id="rId173" Type="http://schemas.openxmlformats.org/officeDocument/2006/relationships/image" Target="../media/image180.png" /><Relationship Id="rId19" Type="http://schemas.openxmlformats.org/officeDocument/2006/relationships/image" Target="../media/image26.png" /><Relationship Id="rId14" Type="http://schemas.openxmlformats.org/officeDocument/2006/relationships/image" Target="../media/image21.png" /><Relationship Id="rId30" Type="http://schemas.openxmlformats.org/officeDocument/2006/relationships/image" Target="../media/image37.png" /><Relationship Id="rId35" Type="http://schemas.openxmlformats.org/officeDocument/2006/relationships/image" Target="../media/image42.png" /><Relationship Id="rId56" Type="http://schemas.openxmlformats.org/officeDocument/2006/relationships/image" Target="../media/image63.png" /><Relationship Id="rId77" Type="http://schemas.openxmlformats.org/officeDocument/2006/relationships/image" Target="../media/image84.png" /><Relationship Id="rId100" Type="http://schemas.openxmlformats.org/officeDocument/2006/relationships/image" Target="../media/image107.png" /><Relationship Id="rId105" Type="http://schemas.openxmlformats.org/officeDocument/2006/relationships/image" Target="../media/image112.png" /><Relationship Id="rId126" Type="http://schemas.openxmlformats.org/officeDocument/2006/relationships/image" Target="../media/image133.png" /><Relationship Id="rId147" Type="http://schemas.openxmlformats.org/officeDocument/2006/relationships/image" Target="../media/image154.png" /><Relationship Id="rId168" Type="http://schemas.openxmlformats.org/officeDocument/2006/relationships/image" Target="../media/image175.png" /><Relationship Id="rId8" Type="http://schemas.openxmlformats.org/officeDocument/2006/relationships/image" Target="../media/image15.png" /><Relationship Id="rId51" Type="http://schemas.openxmlformats.org/officeDocument/2006/relationships/image" Target="../media/image58.png" /><Relationship Id="rId72" Type="http://schemas.openxmlformats.org/officeDocument/2006/relationships/image" Target="../media/image79.png" /><Relationship Id="rId93" Type="http://schemas.openxmlformats.org/officeDocument/2006/relationships/image" Target="../media/image100.png" /><Relationship Id="rId98" Type="http://schemas.openxmlformats.org/officeDocument/2006/relationships/image" Target="../media/image105.png" /><Relationship Id="rId121" Type="http://schemas.openxmlformats.org/officeDocument/2006/relationships/image" Target="../media/image128.png" /><Relationship Id="rId142" Type="http://schemas.openxmlformats.org/officeDocument/2006/relationships/image" Target="../media/image149.png" /><Relationship Id="rId163" Type="http://schemas.openxmlformats.org/officeDocument/2006/relationships/image" Target="../media/image170.png" /><Relationship Id="rId184" Type="http://schemas.openxmlformats.org/officeDocument/2006/relationships/image" Target="../media/image191.png" /><Relationship Id="rId3" Type="http://schemas.openxmlformats.org/officeDocument/2006/relationships/image" Target="../media/image10.png" /><Relationship Id="rId25" Type="http://schemas.openxmlformats.org/officeDocument/2006/relationships/image" Target="../media/image32.png" /><Relationship Id="rId46" Type="http://schemas.openxmlformats.org/officeDocument/2006/relationships/image" Target="../media/image53.png" /><Relationship Id="rId67" Type="http://schemas.openxmlformats.org/officeDocument/2006/relationships/image" Target="../media/image74.png" /><Relationship Id="rId116" Type="http://schemas.openxmlformats.org/officeDocument/2006/relationships/image" Target="../media/image123.png" /><Relationship Id="rId137" Type="http://schemas.openxmlformats.org/officeDocument/2006/relationships/image" Target="../media/image144.png" /><Relationship Id="rId158" Type="http://schemas.openxmlformats.org/officeDocument/2006/relationships/image" Target="../media/image165.png" /><Relationship Id="rId20" Type="http://schemas.openxmlformats.org/officeDocument/2006/relationships/image" Target="../media/image27.png" /><Relationship Id="rId41" Type="http://schemas.openxmlformats.org/officeDocument/2006/relationships/image" Target="../media/image48.png" /><Relationship Id="rId62" Type="http://schemas.openxmlformats.org/officeDocument/2006/relationships/image" Target="../media/image69.png" /><Relationship Id="rId83" Type="http://schemas.openxmlformats.org/officeDocument/2006/relationships/image" Target="../media/image90.png" /><Relationship Id="rId88" Type="http://schemas.openxmlformats.org/officeDocument/2006/relationships/image" Target="../media/image95.png" /><Relationship Id="rId111" Type="http://schemas.openxmlformats.org/officeDocument/2006/relationships/image" Target="../media/image118.png" /><Relationship Id="rId132" Type="http://schemas.openxmlformats.org/officeDocument/2006/relationships/image" Target="../media/image139.png" /><Relationship Id="rId153" Type="http://schemas.openxmlformats.org/officeDocument/2006/relationships/image" Target="../media/image160.png" /><Relationship Id="rId174" Type="http://schemas.openxmlformats.org/officeDocument/2006/relationships/image" Target="../media/image181.png" /><Relationship Id="rId179" Type="http://schemas.openxmlformats.org/officeDocument/2006/relationships/image" Target="../media/image186.png" /><Relationship Id="rId15" Type="http://schemas.openxmlformats.org/officeDocument/2006/relationships/image" Target="../media/image22.png" /><Relationship Id="rId36" Type="http://schemas.openxmlformats.org/officeDocument/2006/relationships/image" Target="../media/image43.png" /><Relationship Id="rId57" Type="http://schemas.openxmlformats.org/officeDocument/2006/relationships/image" Target="../media/image64.png" /><Relationship Id="rId106" Type="http://schemas.openxmlformats.org/officeDocument/2006/relationships/image" Target="../media/image113.png" /><Relationship Id="rId127" Type="http://schemas.openxmlformats.org/officeDocument/2006/relationships/image" Target="../media/image134.png" /><Relationship Id="rId10" Type="http://schemas.openxmlformats.org/officeDocument/2006/relationships/image" Target="../media/image17.png" /><Relationship Id="rId31" Type="http://schemas.openxmlformats.org/officeDocument/2006/relationships/image" Target="../media/image38.png" /><Relationship Id="rId52" Type="http://schemas.openxmlformats.org/officeDocument/2006/relationships/image" Target="../media/image59.png" /><Relationship Id="rId73" Type="http://schemas.openxmlformats.org/officeDocument/2006/relationships/image" Target="../media/image80.png" /><Relationship Id="rId78" Type="http://schemas.openxmlformats.org/officeDocument/2006/relationships/image" Target="../media/image85.png" /><Relationship Id="rId94" Type="http://schemas.openxmlformats.org/officeDocument/2006/relationships/image" Target="../media/image101.png" /><Relationship Id="rId99" Type="http://schemas.openxmlformats.org/officeDocument/2006/relationships/image" Target="../media/image106.png" /><Relationship Id="rId101" Type="http://schemas.openxmlformats.org/officeDocument/2006/relationships/image" Target="../media/image108.png" /><Relationship Id="rId122" Type="http://schemas.openxmlformats.org/officeDocument/2006/relationships/image" Target="../media/image129.png" /><Relationship Id="rId143" Type="http://schemas.openxmlformats.org/officeDocument/2006/relationships/image" Target="../media/image150.png" /><Relationship Id="rId148" Type="http://schemas.openxmlformats.org/officeDocument/2006/relationships/image" Target="../media/image155.png" /><Relationship Id="rId164" Type="http://schemas.openxmlformats.org/officeDocument/2006/relationships/image" Target="../media/image171.png" /><Relationship Id="rId169" Type="http://schemas.openxmlformats.org/officeDocument/2006/relationships/image" Target="../media/image176.png" /><Relationship Id="rId185" Type="http://schemas.openxmlformats.org/officeDocument/2006/relationships/image" Target="../media/image192.png" /><Relationship Id="rId4" Type="http://schemas.openxmlformats.org/officeDocument/2006/relationships/image" Target="../media/image11.png" /><Relationship Id="rId9" Type="http://schemas.openxmlformats.org/officeDocument/2006/relationships/image" Target="../media/image16.png" /><Relationship Id="rId180" Type="http://schemas.openxmlformats.org/officeDocument/2006/relationships/image" Target="../media/image187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 /><Relationship Id="rId2" Type="http://schemas.openxmlformats.org/officeDocument/2006/relationships/image" Target="../media/image195.jp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97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 /><Relationship Id="rId2" Type="http://schemas.openxmlformats.org/officeDocument/2006/relationships/image" Target="../media/image198.jp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97.png" /><Relationship Id="rId4" Type="http://schemas.openxmlformats.org/officeDocument/2006/relationships/image" Target="../media/image200.jp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 /><Relationship Id="rId2" Type="http://schemas.openxmlformats.org/officeDocument/2006/relationships/image" Target="../media/image201.jp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02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 /><Relationship Id="rId2" Type="http://schemas.openxmlformats.org/officeDocument/2006/relationships/image" Target="../media/image203.jpg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204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jpg" /><Relationship Id="rId2" Type="http://schemas.openxmlformats.org/officeDocument/2006/relationships/image" Target="../media/image205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07.jpg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png" /><Relationship Id="rId1" Type="http://schemas.openxmlformats.org/officeDocument/2006/relationships/slideLayout" Target="../slideLayouts/slideLayout5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jpg" /><Relationship Id="rId1" Type="http://schemas.openxmlformats.org/officeDocument/2006/relationships/slideLayout" Target="../slideLayouts/slideLayout5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jpg" /><Relationship Id="rId2" Type="http://schemas.openxmlformats.org/officeDocument/2006/relationships/image" Target="../media/image210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14.png" /><Relationship Id="rId5" Type="http://schemas.openxmlformats.org/officeDocument/2006/relationships/image" Target="../media/image213.jpg" /><Relationship Id="rId4" Type="http://schemas.openxmlformats.org/officeDocument/2006/relationships/image" Target="../media/image212.png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 /><Relationship Id="rId2" Type="http://schemas.openxmlformats.org/officeDocument/2006/relationships/image" Target="../media/image215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7.jp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jpg" /><Relationship Id="rId2" Type="http://schemas.openxmlformats.org/officeDocument/2006/relationships/image" Target="../media/image218.jpg" /><Relationship Id="rId1" Type="http://schemas.openxmlformats.org/officeDocument/2006/relationships/slideLayout" Target="../slideLayouts/slideLayout5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jpg" /><Relationship Id="rId2" Type="http://schemas.openxmlformats.org/officeDocument/2006/relationships/image" Target="../media/image218.jp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jpg" /><Relationship Id="rId2" Type="http://schemas.openxmlformats.org/officeDocument/2006/relationships/image" Target="../media/image220.jp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223.png" /><Relationship Id="rId4" Type="http://schemas.openxmlformats.org/officeDocument/2006/relationships/image" Target="../media/image222.png" 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 /><Relationship Id="rId3" Type="http://schemas.openxmlformats.org/officeDocument/2006/relationships/image" Target="../media/image225.png" /><Relationship Id="rId7" Type="http://schemas.openxmlformats.org/officeDocument/2006/relationships/image" Target="../media/image229.png" /><Relationship Id="rId2" Type="http://schemas.openxmlformats.org/officeDocument/2006/relationships/image" Target="../media/image224.png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228.png" /><Relationship Id="rId5" Type="http://schemas.openxmlformats.org/officeDocument/2006/relationships/image" Target="../media/image227.png" /><Relationship Id="rId4" Type="http://schemas.openxmlformats.org/officeDocument/2006/relationships/image" Target="../media/image226.png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BD9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893078" y="1413487"/>
            <a:ext cx="8362950" cy="7467600"/>
          </a:xfrm>
          <a:custGeom>
            <a:avLst/>
            <a:gdLst/>
            <a:ahLst/>
            <a:cxnLst/>
            <a:rect l="l" t="t" r="r" b="b"/>
            <a:pathLst>
              <a:path w="8362950" h="7467600">
                <a:moveTo>
                  <a:pt x="8362949" y="7467599"/>
                </a:moveTo>
                <a:lnTo>
                  <a:pt x="0" y="7467599"/>
                </a:lnTo>
                <a:lnTo>
                  <a:pt x="0" y="0"/>
                </a:lnTo>
                <a:lnTo>
                  <a:pt x="8362949" y="0"/>
                </a:lnTo>
                <a:lnTo>
                  <a:pt x="8362949" y="7467599"/>
                </a:lnTo>
                <a:close/>
              </a:path>
            </a:pathLst>
          </a:custGeom>
          <a:solidFill>
            <a:srgbClr val="A18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695" y="1918351"/>
            <a:ext cx="7343761" cy="69596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605913" y="3706549"/>
            <a:ext cx="6516370" cy="388112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 marR="5080">
              <a:lnSpc>
                <a:spcPts val="5480"/>
              </a:lnSpc>
              <a:spcBef>
                <a:spcPts val="715"/>
              </a:spcBef>
            </a:pPr>
            <a:r>
              <a:rPr sz="5000" spc="145" dirty="0">
                <a:solidFill>
                  <a:srgbClr val="EBD9A7"/>
                </a:solidFill>
                <a:latin typeface="Times New Roman"/>
                <a:cs typeface="Times New Roman"/>
              </a:rPr>
              <a:t>Classifiez </a:t>
            </a:r>
            <a:r>
              <a:rPr sz="5000" spc="459" dirty="0">
                <a:solidFill>
                  <a:srgbClr val="EBD9A7"/>
                </a:solidFill>
                <a:latin typeface="Times New Roman"/>
                <a:cs typeface="Times New Roman"/>
              </a:rPr>
              <a:t>automatiquement</a:t>
            </a:r>
            <a:r>
              <a:rPr sz="5000" spc="-90" dirty="0">
                <a:solidFill>
                  <a:srgbClr val="EBD9A7"/>
                </a:solidFill>
                <a:latin typeface="Times New Roman"/>
                <a:cs typeface="Times New Roman"/>
              </a:rPr>
              <a:t> </a:t>
            </a:r>
            <a:r>
              <a:rPr sz="5000" spc="409" dirty="0">
                <a:solidFill>
                  <a:srgbClr val="EBD9A7"/>
                </a:solidFill>
                <a:latin typeface="Times New Roman"/>
                <a:cs typeface="Times New Roman"/>
              </a:rPr>
              <a:t>des </a:t>
            </a:r>
            <a:r>
              <a:rPr sz="5000" spc="395" dirty="0">
                <a:solidFill>
                  <a:srgbClr val="EBD9A7"/>
                </a:solidFill>
                <a:latin typeface="Times New Roman"/>
                <a:cs typeface="Times New Roman"/>
              </a:rPr>
              <a:t>biens</a:t>
            </a:r>
            <a:r>
              <a:rPr sz="5000" spc="-90" dirty="0">
                <a:solidFill>
                  <a:srgbClr val="EBD9A7"/>
                </a:solidFill>
                <a:latin typeface="Times New Roman"/>
                <a:cs typeface="Times New Roman"/>
              </a:rPr>
              <a:t> </a:t>
            </a:r>
            <a:r>
              <a:rPr sz="5000" spc="505" dirty="0">
                <a:solidFill>
                  <a:srgbClr val="EBD9A7"/>
                </a:solidFill>
                <a:latin typeface="Times New Roman"/>
                <a:cs typeface="Times New Roman"/>
              </a:rPr>
              <a:t>de </a:t>
            </a:r>
            <a:r>
              <a:rPr sz="5000" spc="445" dirty="0">
                <a:solidFill>
                  <a:srgbClr val="EBD9A7"/>
                </a:solidFill>
                <a:latin typeface="Times New Roman"/>
                <a:cs typeface="Times New Roman"/>
              </a:rPr>
              <a:t>consommation</a:t>
            </a:r>
            <a:endParaRPr sz="5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940"/>
              </a:spcBef>
            </a:pPr>
            <a:r>
              <a:rPr lang="fr-FR" sz="2400" i="1" spc="-130" dirty="0" err="1">
                <a:solidFill>
                  <a:srgbClr val="EBD9A7"/>
                </a:solidFill>
                <a:latin typeface="Trebuchet MS"/>
                <a:cs typeface="Trebuchet MS"/>
              </a:rPr>
              <a:t>Saoussan</a:t>
            </a:r>
            <a:r>
              <a:rPr lang="fr-FR" sz="2400" i="1" spc="-130">
                <a:solidFill>
                  <a:srgbClr val="EBD9A7"/>
                </a:solidFill>
                <a:latin typeface="Trebuchet MS"/>
                <a:cs typeface="Trebuchet MS"/>
              </a:rPr>
              <a:t> EL HAOUZI</a:t>
            </a:r>
            <a:r>
              <a:rPr sz="2400" i="1" spc="-10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400" i="1" spc="-160" dirty="0">
                <a:solidFill>
                  <a:srgbClr val="EBD9A7"/>
                </a:solidFill>
                <a:latin typeface="Trebuchet MS"/>
                <a:cs typeface="Trebuchet MS"/>
              </a:rPr>
              <a:t>-</a:t>
            </a:r>
            <a:r>
              <a:rPr sz="2400" i="1" spc="-100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400" i="1" spc="-20" dirty="0">
                <a:solidFill>
                  <a:srgbClr val="EBD9A7"/>
                </a:solidFill>
                <a:latin typeface="Trebuchet MS"/>
                <a:cs typeface="Trebuchet MS"/>
              </a:rPr>
              <a:t>Parcours</a:t>
            </a:r>
            <a:r>
              <a:rPr sz="2400" i="1" spc="-100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400" i="1" spc="-10" dirty="0">
                <a:solidFill>
                  <a:srgbClr val="EBD9A7"/>
                </a:solidFill>
                <a:latin typeface="Trebuchet MS"/>
                <a:cs typeface="Trebuchet MS"/>
              </a:rPr>
              <a:t>Data</a:t>
            </a:r>
            <a:r>
              <a:rPr sz="2400" i="1" spc="-100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400" i="1" spc="-10" dirty="0">
                <a:solidFill>
                  <a:srgbClr val="EBD9A7"/>
                </a:solidFill>
                <a:latin typeface="Trebuchet MS"/>
                <a:cs typeface="Trebuchet MS"/>
              </a:rPr>
              <a:t>Scientist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605913" y="2670141"/>
            <a:ext cx="203136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6255" algn="l"/>
              </a:tabLst>
            </a:pPr>
            <a:r>
              <a:rPr sz="3200" spc="220" dirty="0"/>
              <a:t>PROJET</a:t>
            </a:r>
            <a:r>
              <a:rPr sz="3200" dirty="0"/>
              <a:t>	</a:t>
            </a:r>
            <a:r>
              <a:rPr sz="3200" spc="100" dirty="0"/>
              <a:t>6</a:t>
            </a:r>
            <a:endParaRPr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0" y="5035209"/>
            <a:ext cx="9144000" cy="66675"/>
          </a:xfrm>
          <a:custGeom>
            <a:avLst/>
            <a:gdLst/>
            <a:ahLst/>
            <a:cxnLst/>
            <a:rect l="l" t="t" r="r" b="b"/>
            <a:pathLst>
              <a:path w="9144000" h="66675">
                <a:moveTo>
                  <a:pt x="9143999" y="66674"/>
                </a:moveTo>
                <a:lnTo>
                  <a:pt x="0" y="66674"/>
                </a:lnTo>
                <a:lnTo>
                  <a:pt x="0" y="0"/>
                </a:lnTo>
                <a:lnTo>
                  <a:pt x="9143999" y="0"/>
                </a:lnTo>
                <a:lnTo>
                  <a:pt x="9143999" y="66674"/>
                </a:lnTo>
                <a:close/>
              </a:path>
            </a:pathLst>
          </a:custGeom>
          <a:solidFill>
            <a:srgbClr val="EBD9A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3074" y="5603029"/>
            <a:ext cx="104775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3074" y="6003079"/>
            <a:ext cx="104775" cy="10477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31300" y="3193837"/>
            <a:ext cx="680339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270" dirty="0">
                <a:latin typeface="Times New Roman"/>
                <a:cs typeface="Times New Roman"/>
              </a:rPr>
              <a:t>e-</a:t>
            </a:r>
            <a:r>
              <a:rPr sz="4500" spc="420" dirty="0">
                <a:latin typeface="Times New Roman"/>
                <a:cs typeface="Times New Roman"/>
              </a:rPr>
              <a:t>commerce</a:t>
            </a:r>
            <a:r>
              <a:rPr sz="4500" spc="-75" dirty="0">
                <a:latin typeface="Times New Roman"/>
                <a:cs typeface="Times New Roman"/>
              </a:rPr>
              <a:t> </a:t>
            </a:r>
            <a:r>
              <a:rPr sz="4500" spc="330" dirty="0">
                <a:latin typeface="Times New Roman"/>
                <a:cs typeface="Times New Roman"/>
              </a:rPr>
              <a:t>marketplace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31300" y="4185274"/>
            <a:ext cx="6478905" cy="2840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EBD9A7"/>
                </a:solidFill>
                <a:latin typeface="Times New Roman"/>
                <a:cs typeface="Times New Roman"/>
              </a:rPr>
              <a:t>LABELLISATION</a:t>
            </a:r>
            <a:r>
              <a:rPr sz="3200" spc="-90" dirty="0">
                <a:solidFill>
                  <a:srgbClr val="EBD9A7"/>
                </a:solidFill>
                <a:latin typeface="Times New Roman"/>
                <a:cs typeface="Times New Roman"/>
              </a:rPr>
              <a:t> </a:t>
            </a:r>
            <a:r>
              <a:rPr sz="3200" spc="70" dirty="0">
                <a:solidFill>
                  <a:srgbClr val="EBD9A7"/>
                </a:solidFill>
                <a:latin typeface="Times New Roman"/>
                <a:cs typeface="Times New Roman"/>
              </a:rPr>
              <a:t>AUTOMATIQUE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39"/>
              </a:spcBef>
            </a:pPr>
            <a:endParaRPr sz="3200">
              <a:latin typeface="Times New Roman"/>
              <a:cs typeface="Times New Roman"/>
            </a:endParaRPr>
          </a:p>
          <a:p>
            <a:pPr marL="501015" marR="1078865">
              <a:lnSpc>
                <a:spcPct val="116700"/>
              </a:lnSpc>
            </a:pPr>
            <a:r>
              <a:rPr sz="2250" spc="55" dirty="0">
                <a:solidFill>
                  <a:srgbClr val="EBD9A7"/>
                </a:solidFill>
                <a:latin typeface="Trebuchet MS"/>
                <a:cs typeface="Trebuchet MS"/>
              </a:rPr>
              <a:t>UX</a:t>
            </a:r>
            <a:r>
              <a:rPr sz="2250" spc="-60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250" spc="50" dirty="0">
                <a:solidFill>
                  <a:srgbClr val="EBD9A7"/>
                </a:solidFill>
                <a:latin typeface="Trebuchet MS"/>
                <a:cs typeface="Trebuchet MS"/>
              </a:rPr>
              <a:t>Vendeurs</a:t>
            </a:r>
            <a:r>
              <a:rPr sz="2250" spc="-60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250" spc="-290" dirty="0">
                <a:solidFill>
                  <a:srgbClr val="EBD9A7"/>
                </a:solidFill>
                <a:latin typeface="Trebuchet MS"/>
                <a:cs typeface="Trebuchet MS"/>
              </a:rPr>
              <a:t>:</a:t>
            </a:r>
            <a:r>
              <a:rPr sz="2250" spc="-55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250" spc="-90" dirty="0">
                <a:solidFill>
                  <a:srgbClr val="EBD9A7"/>
                </a:solidFill>
                <a:latin typeface="Trebuchet MS"/>
                <a:cs typeface="Trebuchet MS"/>
              </a:rPr>
              <a:t>faciliter</a:t>
            </a:r>
            <a:r>
              <a:rPr sz="2250" spc="-60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250" spc="-65" dirty="0">
                <a:solidFill>
                  <a:srgbClr val="EBD9A7"/>
                </a:solidFill>
                <a:latin typeface="Trebuchet MS"/>
                <a:cs typeface="Trebuchet MS"/>
              </a:rPr>
              <a:t>la</a:t>
            </a:r>
            <a:r>
              <a:rPr sz="2250" spc="-60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250" dirty="0">
                <a:solidFill>
                  <a:srgbClr val="EBD9A7"/>
                </a:solidFill>
                <a:latin typeface="Trebuchet MS"/>
                <a:cs typeface="Trebuchet MS"/>
              </a:rPr>
              <a:t>mise</a:t>
            </a:r>
            <a:r>
              <a:rPr sz="2250" spc="-60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250" spc="55" dirty="0">
                <a:solidFill>
                  <a:srgbClr val="EBD9A7"/>
                </a:solidFill>
                <a:latin typeface="Trebuchet MS"/>
                <a:cs typeface="Trebuchet MS"/>
              </a:rPr>
              <a:t>en</a:t>
            </a:r>
            <a:r>
              <a:rPr sz="2250" spc="-55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250" spc="-10" dirty="0">
                <a:solidFill>
                  <a:srgbClr val="EBD9A7"/>
                </a:solidFill>
                <a:latin typeface="Trebuchet MS"/>
                <a:cs typeface="Trebuchet MS"/>
              </a:rPr>
              <a:t>ligne </a:t>
            </a:r>
            <a:r>
              <a:rPr sz="2250" spc="55" dirty="0">
                <a:solidFill>
                  <a:srgbClr val="EBD9A7"/>
                </a:solidFill>
                <a:latin typeface="Trebuchet MS"/>
                <a:cs typeface="Trebuchet MS"/>
              </a:rPr>
              <a:t>UX</a:t>
            </a:r>
            <a:r>
              <a:rPr sz="2250" spc="-90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250" spc="-10" dirty="0">
                <a:solidFill>
                  <a:srgbClr val="EBD9A7"/>
                </a:solidFill>
                <a:latin typeface="Trebuchet MS"/>
                <a:cs typeface="Trebuchet MS"/>
              </a:rPr>
              <a:t>Clients</a:t>
            </a:r>
            <a:r>
              <a:rPr sz="2250" spc="-85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250" spc="-290" dirty="0">
                <a:solidFill>
                  <a:srgbClr val="EBD9A7"/>
                </a:solidFill>
                <a:latin typeface="Trebuchet MS"/>
                <a:cs typeface="Trebuchet MS"/>
              </a:rPr>
              <a:t>:</a:t>
            </a:r>
            <a:r>
              <a:rPr sz="2250" spc="-85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250" spc="-90" dirty="0">
                <a:solidFill>
                  <a:srgbClr val="EBD9A7"/>
                </a:solidFill>
                <a:latin typeface="Trebuchet MS"/>
                <a:cs typeface="Trebuchet MS"/>
              </a:rPr>
              <a:t>faciliter </a:t>
            </a:r>
            <a:r>
              <a:rPr sz="2250" spc="-65" dirty="0">
                <a:solidFill>
                  <a:srgbClr val="EBD9A7"/>
                </a:solidFill>
                <a:latin typeface="Trebuchet MS"/>
                <a:cs typeface="Trebuchet MS"/>
              </a:rPr>
              <a:t>la</a:t>
            </a:r>
            <a:r>
              <a:rPr sz="2250" spc="-90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250" spc="-10" dirty="0">
                <a:solidFill>
                  <a:srgbClr val="EBD9A7"/>
                </a:solidFill>
                <a:latin typeface="Trebuchet MS"/>
                <a:cs typeface="Trebuchet MS"/>
              </a:rPr>
              <a:t>recherche</a:t>
            </a:r>
            <a:endParaRPr sz="2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2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250" spc="-10" dirty="0">
                <a:solidFill>
                  <a:srgbClr val="EBD9A7"/>
                </a:solidFill>
                <a:latin typeface="Trebuchet MS"/>
                <a:cs typeface="Trebuchet MS"/>
              </a:rPr>
              <a:t>Perspective</a:t>
            </a:r>
            <a:r>
              <a:rPr sz="2250" spc="-85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250" spc="-290" dirty="0">
                <a:solidFill>
                  <a:srgbClr val="EBD9A7"/>
                </a:solidFill>
                <a:latin typeface="Trebuchet MS"/>
                <a:cs typeface="Trebuchet MS"/>
              </a:rPr>
              <a:t>:</a:t>
            </a:r>
            <a:r>
              <a:rPr sz="2250" spc="-80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250" spc="60" dirty="0">
                <a:solidFill>
                  <a:srgbClr val="EBD9A7"/>
                </a:solidFill>
                <a:latin typeface="Trebuchet MS"/>
                <a:cs typeface="Trebuchet MS"/>
              </a:rPr>
              <a:t>passage</a:t>
            </a:r>
            <a:r>
              <a:rPr sz="2250" spc="-80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250" dirty="0">
                <a:solidFill>
                  <a:srgbClr val="EBD9A7"/>
                </a:solidFill>
                <a:latin typeface="Trebuchet MS"/>
                <a:cs typeface="Trebuchet MS"/>
              </a:rPr>
              <a:t>à</a:t>
            </a:r>
            <a:r>
              <a:rPr sz="2250" spc="-85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250" spc="-10" dirty="0">
                <a:solidFill>
                  <a:srgbClr val="EBD9A7"/>
                </a:solidFill>
                <a:latin typeface="Trebuchet MS"/>
                <a:cs typeface="Trebuchet MS"/>
              </a:rPr>
              <a:t>l’échelle</a:t>
            </a:r>
            <a:endParaRPr sz="225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1413487"/>
            <a:ext cx="7324724" cy="74675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BD9A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292853" y="3306148"/>
            <a:ext cx="2807970" cy="2047239"/>
            <a:chOff x="1292853" y="3306148"/>
            <a:chExt cx="2807970" cy="2047239"/>
          </a:xfrm>
        </p:grpSpPr>
        <p:sp>
          <p:nvSpPr>
            <p:cNvPr id="4" name="object 4"/>
            <p:cNvSpPr/>
            <p:nvPr/>
          </p:nvSpPr>
          <p:spPr>
            <a:xfrm>
              <a:off x="1308856" y="3322625"/>
              <a:ext cx="2775585" cy="2014220"/>
            </a:xfrm>
            <a:custGeom>
              <a:avLst/>
              <a:gdLst/>
              <a:ahLst/>
              <a:cxnLst/>
              <a:rect l="l" t="t" r="r" b="b"/>
              <a:pathLst>
                <a:path w="2775585" h="2014220">
                  <a:moveTo>
                    <a:pt x="2358039" y="2014177"/>
                  </a:moveTo>
                  <a:lnTo>
                    <a:pt x="416711" y="2014177"/>
                  </a:lnTo>
                  <a:lnTo>
                    <a:pt x="366879" y="2009699"/>
                  </a:lnTo>
                  <a:lnTo>
                    <a:pt x="319956" y="1996791"/>
                  </a:lnTo>
                  <a:lnTo>
                    <a:pt x="276731" y="1976243"/>
                  </a:lnTo>
                  <a:lnTo>
                    <a:pt x="237992" y="1948842"/>
                  </a:lnTo>
                  <a:lnTo>
                    <a:pt x="204527" y="1915377"/>
                  </a:lnTo>
                  <a:lnTo>
                    <a:pt x="177126" y="1876638"/>
                  </a:lnTo>
                  <a:lnTo>
                    <a:pt x="156578" y="1833412"/>
                  </a:lnTo>
                  <a:lnTo>
                    <a:pt x="143670" y="1786490"/>
                  </a:lnTo>
                  <a:lnTo>
                    <a:pt x="139192" y="1736658"/>
                  </a:lnTo>
                  <a:lnTo>
                    <a:pt x="139192" y="426684"/>
                  </a:lnTo>
                  <a:lnTo>
                    <a:pt x="136458" y="374257"/>
                  </a:lnTo>
                  <a:lnTo>
                    <a:pt x="128361" y="322771"/>
                  </a:lnTo>
                  <a:lnTo>
                    <a:pt x="115060" y="272582"/>
                  </a:lnTo>
                  <a:lnTo>
                    <a:pt x="96715" y="224047"/>
                  </a:lnTo>
                  <a:lnTo>
                    <a:pt x="73485" y="177522"/>
                  </a:lnTo>
                  <a:lnTo>
                    <a:pt x="45530" y="133363"/>
                  </a:lnTo>
                  <a:lnTo>
                    <a:pt x="13008" y="91927"/>
                  </a:lnTo>
                  <a:lnTo>
                    <a:pt x="7500" y="83614"/>
                  </a:lnTo>
                  <a:lnTo>
                    <a:pt x="3414" y="74528"/>
                  </a:lnTo>
                  <a:lnTo>
                    <a:pt x="874" y="65036"/>
                  </a:lnTo>
                  <a:lnTo>
                    <a:pt x="0" y="55503"/>
                  </a:lnTo>
                  <a:lnTo>
                    <a:pt x="1212" y="43870"/>
                  </a:lnTo>
                  <a:lnTo>
                    <a:pt x="27392" y="7500"/>
                  </a:lnTo>
                  <a:lnTo>
                    <a:pt x="55503" y="0"/>
                  </a:lnTo>
                  <a:lnTo>
                    <a:pt x="2719681" y="0"/>
                  </a:lnTo>
                  <a:lnTo>
                    <a:pt x="2756105" y="13442"/>
                  </a:lnTo>
                  <a:lnTo>
                    <a:pt x="2775184" y="55503"/>
                  </a:lnTo>
                  <a:lnTo>
                    <a:pt x="2774378" y="64643"/>
                  </a:lnTo>
                  <a:lnTo>
                    <a:pt x="2771986" y="73661"/>
                  </a:lnTo>
                  <a:lnTo>
                    <a:pt x="2768050" y="82273"/>
                  </a:lnTo>
                  <a:lnTo>
                    <a:pt x="2762609" y="90193"/>
                  </a:lnTo>
                  <a:lnTo>
                    <a:pt x="2733316" y="127850"/>
                  </a:lnTo>
                  <a:lnTo>
                    <a:pt x="2706511" y="166902"/>
                  </a:lnTo>
                  <a:lnTo>
                    <a:pt x="2682930" y="207419"/>
                  </a:lnTo>
                  <a:lnTo>
                    <a:pt x="2663308" y="249468"/>
                  </a:lnTo>
                  <a:lnTo>
                    <a:pt x="2648382" y="293117"/>
                  </a:lnTo>
                  <a:lnTo>
                    <a:pt x="2638886" y="338435"/>
                  </a:lnTo>
                  <a:lnTo>
                    <a:pt x="2635558" y="385490"/>
                  </a:lnTo>
                  <a:lnTo>
                    <a:pt x="2635558" y="1736658"/>
                  </a:lnTo>
                  <a:lnTo>
                    <a:pt x="2631066" y="1786490"/>
                  </a:lnTo>
                  <a:lnTo>
                    <a:pt x="2618123" y="1833412"/>
                  </a:lnTo>
                  <a:lnTo>
                    <a:pt x="2597528" y="1876638"/>
                  </a:lnTo>
                  <a:lnTo>
                    <a:pt x="2570080" y="1915377"/>
                  </a:lnTo>
                  <a:lnTo>
                    <a:pt x="2536580" y="1948842"/>
                  </a:lnTo>
                  <a:lnTo>
                    <a:pt x="2497826" y="1976243"/>
                  </a:lnTo>
                  <a:lnTo>
                    <a:pt x="2454619" y="1996791"/>
                  </a:lnTo>
                  <a:lnTo>
                    <a:pt x="2407757" y="2009699"/>
                  </a:lnTo>
                  <a:lnTo>
                    <a:pt x="2358039" y="2014177"/>
                  </a:lnTo>
                  <a:close/>
                </a:path>
              </a:pathLst>
            </a:custGeom>
            <a:solidFill>
              <a:srgbClr val="CBE8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92853" y="3306148"/>
              <a:ext cx="2807970" cy="2047239"/>
            </a:xfrm>
            <a:custGeom>
              <a:avLst/>
              <a:gdLst/>
              <a:ahLst/>
              <a:cxnLst/>
              <a:rect l="l" t="t" r="r" b="b"/>
              <a:pathLst>
                <a:path w="2807970" h="2047239">
                  <a:moveTo>
                    <a:pt x="2374476" y="2046699"/>
                  </a:moveTo>
                  <a:lnTo>
                    <a:pt x="432714" y="2046699"/>
                  </a:lnTo>
                  <a:lnTo>
                    <a:pt x="385086" y="2042846"/>
                  </a:lnTo>
                  <a:lnTo>
                    <a:pt x="339909" y="2031695"/>
                  </a:lnTo>
                  <a:lnTo>
                    <a:pt x="297786" y="2013858"/>
                  </a:lnTo>
                  <a:lnTo>
                    <a:pt x="259321" y="1989946"/>
                  </a:lnTo>
                  <a:lnTo>
                    <a:pt x="225117" y="1960570"/>
                  </a:lnTo>
                  <a:lnTo>
                    <a:pt x="195779" y="1926342"/>
                  </a:lnTo>
                  <a:lnTo>
                    <a:pt x="171910" y="1887873"/>
                  </a:lnTo>
                  <a:lnTo>
                    <a:pt x="154113" y="1845775"/>
                  </a:lnTo>
                  <a:lnTo>
                    <a:pt x="142993" y="1800659"/>
                  </a:lnTo>
                  <a:lnTo>
                    <a:pt x="139152" y="1753136"/>
                  </a:lnTo>
                  <a:lnTo>
                    <a:pt x="139129" y="442728"/>
                  </a:lnTo>
                  <a:lnTo>
                    <a:pt x="136521" y="392678"/>
                  </a:lnTo>
                  <a:lnTo>
                    <a:pt x="128724" y="342953"/>
                  </a:lnTo>
                  <a:lnTo>
                    <a:pt x="115907" y="294374"/>
                  </a:lnTo>
                  <a:lnTo>
                    <a:pt x="98212" y="247326"/>
                  </a:lnTo>
                  <a:lnTo>
                    <a:pt x="75783" y="202198"/>
                  </a:lnTo>
                  <a:lnTo>
                    <a:pt x="48766" y="159375"/>
                  </a:lnTo>
                  <a:lnTo>
                    <a:pt x="17304" y="119246"/>
                  </a:lnTo>
                  <a:lnTo>
                    <a:pt x="10020" y="108568"/>
                  </a:lnTo>
                  <a:lnTo>
                    <a:pt x="4566" y="96914"/>
                  </a:lnTo>
                  <a:lnTo>
                    <a:pt x="1144" y="84610"/>
                  </a:lnTo>
                  <a:lnTo>
                    <a:pt x="0" y="72415"/>
                  </a:lnTo>
                  <a:lnTo>
                    <a:pt x="5" y="71547"/>
                  </a:lnTo>
                  <a:lnTo>
                    <a:pt x="14228" y="28747"/>
                  </a:lnTo>
                  <a:lnTo>
                    <a:pt x="46140" y="4607"/>
                  </a:lnTo>
                  <a:lnTo>
                    <a:pt x="58677" y="1124"/>
                  </a:lnTo>
                  <a:lnTo>
                    <a:pt x="59128" y="1124"/>
                  </a:lnTo>
                  <a:lnTo>
                    <a:pt x="71507" y="0"/>
                  </a:lnTo>
                  <a:lnTo>
                    <a:pt x="2735684" y="0"/>
                  </a:lnTo>
                  <a:lnTo>
                    <a:pt x="2748801" y="1124"/>
                  </a:lnTo>
                  <a:lnTo>
                    <a:pt x="2793396" y="28558"/>
                  </a:lnTo>
                  <a:lnTo>
                    <a:pt x="2795742" y="32521"/>
                  </a:lnTo>
                  <a:lnTo>
                    <a:pt x="71507" y="32521"/>
                  </a:lnTo>
                  <a:lnTo>
                    <a:pt x="64216" y="33151"/>
                  </a:lnTo>
                  <a:lnTo>
                    <a:pt x="33361" y="62970"/>
                  </a:lnTo>
                  <a:lnTo>
                    <a:pt x="32481" y="71547"/>
                  </a:lnTo>
                  <a:lnTo>
                    <a:pt x="33117" y="78418"/>
                  </a:lnTo>
                  <a:lnTo>
                    <a:pt x="34974" y="85206"/>
                  </a:lnTo>
                  <a:lnTo>
                    <a:pt x="37969" y="91670"/>
                  </a:lnTo>
                  <a:lnTo>
                    <a:pt x="42020" y="97565"/>
                  </a:lnTo>
                  <a:lnTo>
                    <a:pt x="71619" y="134859"/>
                  </a:lnTo>
                  <a:lnTo>
                    <a:pt x="97585" y="174363"/>
                  </a:lnTo>
                  <a:lnTo>
                    <a:pt x="119821" y="215809"/>
                  </a:lnTo>
                  <a:lnTo>
                    <a:pt x="138230" y="258927"/>
                  </a:lnTo>
                  <a:lnTo>
                    <a:pt x="152717" y="303447"/>
                  </a:lnTo>
                  <a:lnTo>
                    <a:pt x="163184" y="349100"/>
                  </a:lnTo>
                  <a:lnTo>
                    <a:pt x="169535" y="395617"/>
                  </a:lnTo>
                  <a:lnTo>
                    <a:pt x="171673" y="442728"/>
                  </a:lnTo>
                  <a:lnTo>
                    <a:pt x="171673" y="1753136"/>
                  </a:lnTo>
                  <a:lnTo>
                    <a:pt x="175886" y="1800004"/>
                  </a:lnTo>
                  <a:lnTo>
                    <a:pt x="188028" y="1844138"/>
                  </a:lnTo>
                  <a:lnTo>
                    <a:pt x="207359" y="1884796"/>
                  </a:lnTo>
                  <a:lnTo>
                    <a:pt x="233135" y="1921236"/>
                  </a:lnTo>
                  <a:lnTo>
                    <a:pt x="264614" y="1952715"/>
                  </a:lnTo>
                  <a:lnTo>
                    <a:pt x="301054" y="1978491"/>
                  </a:lnTo>
                  <a:lnTo>
                    <a:pt x="341712" y="1997821"/>
                  </a:lnTo>
                  <a:lnTo>
                    <a:pt x="385846" y="2009964"/>
                  </a:lnTo>
                  <a:lnTo>
                    <a:pt x="432714" y="2014177"/>
                  </a:lnTo>
                  <a:lnTo>
                    <a:pt x="2508474" y="2014177"/>
                  </a:lnTo>
                  <a:lnTo>
                    <a:pt x="2467119" y="2031695"/>
                  </a:lnTo>
                  <a:lnTo>
                    <a:pt x="2422000" y="2042846"/>
                  </a:lnTo>
                  <a:lnTo>
                    <a:pt x="2374476" y="2046699"/>
                  </a:lnTo>
                  <a:close/>
                </a:path>
                <a:path w="2807970" h="2047239">
                  <a:moveTo>
                    <a:pt x="2508474" y="2014177"/>
                  </a:moveTo>
                  <a:lnTo>
                    <a:pt x="2374043" y="2014177"/>
                  </a:lnTo>
                  <a:lnTo>
                    <a:pt x="2420911" y="2009964"/>
                  </a:lnTo>
                  <a:lnTo>
                    <a:pt x="2465045" y="1997821"/>
                  </a:lnTo>
                  <a:lnTo>
                    <a:pt x="2505704" y="1978491"/>
                  </a:lnTo>
                  <a:lnTo>
                    <a:pt x="2542143" y="1952715"/>
                  </a:lnTo>
                  <a:lnTo>
                    <a:pt x="2573622" y="1921236"/>
                  </a:lnTo>
                  <a:lnTo>
                    <a:pt x="2599398" y="1884796"/>
                  </a:lnTo>
                  <a:lnTo>
                    <a:pt x="2618729" y="1844138"/>
                  </a:lnTo>
                  <a:lnTo>
                    <a:pt x="2630871" y="1800004"/>
                  </a:lnTo>
                  <a:lnTo>
                    <a:pt x="2635084" y="1753136"/>
                  </a:lnTo>
                  <a:lnTo>
                    <a:pt x="2635110" y="401534"/>
                  </a:lnTo>
                  <a:lnTo>
                    <a:pt x="2637649" y="359344"/>
                  </a:lnTo>
                  <a:lnTo>
                    <a:pt x="2645410" y="316796"/>
                  </a:lnTo>
                  <a:lnTo>
                    <a:pt x="2658465" y="274081"/>
                  </a:lnTo>
                  <a:lnTo>
                    <a:pt x="2676914" y="230956"/>
                  </a:lnTo>
                  <a:lnTo>
                    <a:pt x="2700854" y="187179"/>
                  </a:lnTo>
                  <a:lnTo>
                    <a:pt x="2730385" y="142507"/>
                  </a:lnTo>
                  <a:lnTo>
                    <a:pt x="2765604" y="96698"/>
                  </a:lnTo>
                  <a:lnTo>
                    <a:pt x="2769337" y="91196"/>
                  </a:lnTo>
                  <a:lnTo>
                    <a:pt x="2772054" y="85206"/>
                  </a:lnTo>
                  <a:lnTo>
                    <a:pt x="2773714" y="78892"/>
                  </a:lnTo>
                  <a:lnTo>
                    <a:pt x="2774277" y="72415"/>
                  </a:lnTo>
                  <a:lnTo>
                    <a:pt x="2773396" y="63837"/>
                  </a:lnTo>
                  <a:lnTo>
                    <a:pt x="2771002" y="56431"/>
                  </a:lnTo>
                  <a:lnTo>
                    <a:pt x="2770924" y="56188"/>
                  </a:lnTo>
                  <a:lnTo>
                    <a:pt x="2770808" y="55829"/>
                  </a:lnTo>
                  <a:lnTo>
                    <a:pt x="2734817" y="32955"/>
                  </a:lnTo>
                  <a:lnTo>
                    <a:pt x="71507" y="32955"/>
                  </a:lnTo>
                  <a:lnTo>
                    <a:pt x="71507" y="32521"/>
                  </a:lnTo>
                  <a:lnTo>
                    <a:pt x="2795742" y="32521"/>
                  </a:lnTo>
                  <a:lnTo>
                    <a:pt x="2801129" y="41627"/>
                  </a:lnTo>
                  <a:lnTo>
                    <a:pt x="2801233" y="41898"/>
                  </a:lnTo>
                  <a:lnTo>
                    <a:pt x="2805879" y="55829"/>
                  </a:lnTo>
                  <a:lnTo>
                    <a:pt x="2805999" y="56188"/>
                  </a:lnTo>
                  <a:lnTo>
                    <a:pt x="2807665" y="71547"/>
                  </a:lnTo>
                  <a:lnTo>
                    <a:pt x="2806622" y="83777"/>
                  </a:lnTo>
                  <a:lnTo>
                    <a:pt x="2803546" y="95559"/>
                  </a:lnTo>
                  <a:lnTo>
                    <a:pt x="2798519" y="106610"/>
                  </a:lnTo>
                  <a:lnTo>
                    <a:pt x="2791621" y="116644"/>
                  </a:lnTo>
                  <a:lnTo>
                    <a:pt x="2753290" y="166896"/>
                  </a:lnTo>
                  <a:lnTo>
                    <a:pt x="2722306" y="215558"/>
                  </a:lnTo>
                  <a:lnTo>
                    <a:pt x="2698501" y="262992"/>
                  </a:lnTo>
                  <a:lnTo>
                    <a:pt x="2681706" y="309558"/>
                  </a:lnTo>
                  <a:lnTo>
                    <a:pt x="2671753" y="355618"/>
                  </a:lnTo>
                  <a:lnTo>
                    <a:pt x="2668472" y="401534"/>
                  </a:lnTo>
                  <a:lnTo>
                    <a:pt x="2668472" y="1753136"/>
                  </a:lnTo>
                  <a:lnTo>
                    <a:pt x="2664557" y="1800004"/>
                  </a:lnTo>
                  <a:lnTo>
                    <a:pt x="2653258" y="1845775"/>
                  </a:lnTo>
                  <a:lnTo>
                    <a:pt x="2635347" y="1887873"/>
                  </a:lnTo>
                  <a:lnTo>
                    <a:pt x="2611380" y="1926342"/>
                  </a:lnTo>
                  <a:lnTo>
                    <a:pt x="2581965" y="1960570"/>
                  </a:lnTo>
                  <a:lnTo>
                    <a:pt x="2547710" y="1989946"/>
                  </a:lnTo>
                  <a:lnTo>
                    <a:pt x="2509226" y="2013858"/>
                  </a:lnTo>
                  <a:lnTo>
                    <a:pt x="2508474" y="2014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96448" y="3933600"/>
              <a:ext cx="1199515" cy="1348105"/>
            </a:xfrm>
            <a:custGeom>
              <a:avLst/>
              <a:gdLst/>
              <a:ahLst/>
              <a:cxnLst/>
              <a:rect l="l" t="t" r="r" b="b"/>
              <a:pathLst>
                <a:path w="1199514" h="1348104">
                  <a:moveTo>
                    <a:pt x="967845" y="1347699"/>
                  </a:moveTo>
                  <a:lnTo>
                    <a:pt x="0" y="1347699"/>
                  </a:lnTo>
                  <a:lnTo>
                    <a:pt x="0" y="0"/>
                  </a:lnTo>
                  <a:lnTo>
                    <a:pt x="1198966" y="0"/>
                  </a:lnTo>
                  <a:lnTo>
                    <a:pt x="1198966" y="1116578"/>
                  </a:lnTo>
                  <a:lnTo>
                    <a:pt x="1194246" y="1162986"/>
                  </a:lnTo>
                  <a:lnTo>
                    <a:pt x="1180720" y="1206290"/>
                  </a:lnTo>
                  <a:lnTo>
                    <a:pt x="1159338" y="1245539"/>
                  </a:lnTo>
                  <a:lnTo>
                    <a:pt x="1131050" y="1279783"/>
                  </a:lnTo>
                  <a:lnTo>
                    <a:pt x="1096806" y="1308071"/>
                  </a:lnTo>
                  <a:lnTo>
                    <a:pt x="1057558" y="1329453"/>
                  </a:lnTo>
                  <a:lnTo>
                    <a:pt x="1014254" y="1342979"/>
                  </a:lnTo>
                  <a:lnTo>
                    <a:pt x="967845" y="1347699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79971" y="3917122"/>
              <a:ext cx="1231900" cy="1380490"/>
            </a:xfrm>
            <a:custGeom>
              <a:avLst/>
              <a:gdLst/>
              <a:ahLst/>
              <a:cxnLst/>
              <a:rect l="l" t="t" r="r" b="b"/>
              <a:pathLst>
                <a:path w="1231900" h="1380489">
                  <a:moveTo>
                    <a:pt x="984323" y="1380220"/>
                  </a:moveTo>
                  <a:lnTo>
                    <a:pt x="0" y="1380220"/>
                  </a:lnTo>
                  <a:lnTo>
                    <a:pt x="0" y="0"/>
                  </a:lnTo>
                  <a:lnTo>
                    <a:pt x="1231488" y="0"/>
                  </a:lnTo>
                  <a:lnTo>
                    <a:pt x="1231488" y="32521"/>
                  </a:lnTo>
                  <a:lnTo>
                    <a:pt x="32521" y="32521"/>
                  </a:lnTo>
                  <a:lnTo>
                    <a:pt x="32521" y="1347699"/>
                  </a:lnTo>
                  <a:lnTo>
                    <a:pt x="1104626" y="1347699"/>
                  </a:lnTo>
                  <a:lnTo>
                    <a:pt x="1080628" y="1360741"/>
                  </a:lnTo>
                  <a:lnTo>
                    <a:pt x="1034178" y="1375184"/>
                  </a:lnTo>
                  <a:lnTo>
                    <a:pt x="984323" y="1380220"/>
                  </a:lnTo>
                  <a:close/>
                </a:path>
                <a:path w="1231900" h="1380489">
                  <a:moveTo>
                    <a:pt x="1104626" y="1347699"/>
                  </a:moveTo>
                  <a:lnTo>
                    <a:pt x="983889" y="1347699"/>
                  </a:lnTo>
                  <a:lnTo>
                    <a:pt x="1033077" y="1342020"/>
                  </a:lnTo>
                  <a:lnTo>
                    <a:pt x="1078298" y="1325843"/>
                  </a:lnTo>
                  <a:lnTo>
                    <a:pt x="1118239" y="1300458"/>
                  </a:lnTo>
                  <a:lnTo>
                    <a:pt x="1151589" y="1267154"/>
                  </a:lnTo>
                  <a:lnTo>
                    <a:pt x="1177035" y="1227220"/>
                  </a:lnTo>
                  <a:lnTo>
                    <a:pt x="1193264" y="1181946"/>
                  </a:lnTo>
                  <a:lnTo>
                    <a:pt x="1198966" y="1132622"/>
                  </a:lnTo>
                  <a:lnTo>
                    <a:pt x="1198966" y="32521"/>
                  </a:lnTo>
                  <a:lnTo>
                    <a:pt x="1231488" y="32521"/>
                  </a:lnTo>
                  <a:lnTo>
                    <a:pt x="1231488" y="1132622"/>
                  </a:lnTo>
                  <a:lnTo>
                    <a:pt x="1226646" y="1181946"/>
                  </a:lnTo>
                  <a:lnTo>
                    <a:pt x="1212259" y="1228934"/>
                  </a:lnTo>
                  <a:lnTo>
                    <a:pt x="1189489" y="1270989"/>
                  </a:lnTo>
                  <a:lnTo>
                    <a:pt x="1159290" y="1307643"/>
                  </a:lnTo>
                  <a:lnTo>
                    <a:pt x="1122667" y="1337894"/>
                  </a:lnTo>
                  <a:lnTo>
                    <a:pt x="1104626" y="13476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97048" y="3933600"/>
              <a:ext cx="1199515" cy="1348105"/>
            </a:xfrm>
            <a:custGeom>
              <a:avLst/>
              <a:gdLst/>
              <a:ahLst/>
              <a:cxnLst/>
              <a:rect l="l" t="t" r="r" b="b"/>
              <a:pathLst>
                <a:path w="1199514" h="1348104">
                  <a:moveTo>
                    <a:pt x="1199400" y="1347699"/>
                  </a:moveTo>
                  <a:lnTo>
                    <a:pt x="231120" y="1347699"/>
                  </a:lnTo>
                  <a:lnTo>
                    <a:pt x="184712" y="1342979"/>
                  </a:lnTo>
                  <a:lnTo>
                    <a:pt x="141408" y="1329453"/>
                  </a:lnTo>
                  <a:lnTo>
                    <a:pt x="102159" y="1308071"/>
                  </a:lnTo>
                  <a:lnTo>
                    <a:pt x="67916" y="1279783"/>
                  </a:lnTo>
                  <a:lnTo>
                    <a:pt x="39628" y="1245539"/>
                  </a:lnTo>
                  <a:lnTo>
                    <a:pt x="18246" y="1206290"/>
                  </a:lnTo>
                  <a:lnTo>
                    <a:pt x="4719" y="1162986"/>
                  </a:lnTo>
                  <a:lnTo>
                    <a:pt x="0" y="1116578"/>
                  </a:lnTo>
                  <a:lnTo>
                    <a:pt x="0" y="0"/>
                  </a:lnTo>
                  <a:lnTo>
                    <a:pt x="1199400" y="0"/>
                  </a:lnTo>
                  <a:lnTo>
                    <a:pt x="1199400" y="1347699"/>
                  </a:lnTo>
                  <a:close/>
                </a:path>
              </a:pathLst>
            </a:custGeom>
            <a:solidFill>
              <a:srgbClr val="0C7C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81004" y="3917122"/>
              <a:ext cx="1231900" cy="1380490"/>
            </a:xfrm>
            <a:custGeom>
              <a:avLst/>
              <a:gdLst/>
              <a:ahLst/>
              <a:cxnLst/>
              <a:rect l="l" t="t" r="r" b="b"/>
              <a:pathLst>
                <a:path w="1231900" h="1380489">
                  <a:moveTo>
                    <a:pt x="1231488" y="1380220"/>
                  </a:moveTo>
                  <a:lnTo>
                    <a:pt x="247598" y="1380220"/>
                  </a:lnTo>
                  <a:lnTo>
                    <a:pt x="197742" y="1375184"/>
                  </a:lnTo>
                  <a:lnTo>
                    <a:pt x="151286" y="1360741"/>
                  </a:lnTo>
                  <a:lnTo>
                    <a:pt x="109231" y="1337894"/>
                  </a:lnTo>
                  <a:lnTo>
                    <a:pt x="72577" y="1307643"/>
                  </a:lnTo>
                  <a:lnTo>
                    <a:pt x="42326" y="1270989"/>
                  </a:lnTo>
                  <a:lnTo>
                    <a:pt x="19479" y="1228934"/>
                  </a:lnTo>
                  <a:lnTo>
                    <a:pt x="5036" y="1182477"/>
                  </a:lnTo>
                  <a:lnTo>
                    <a:pt x="0" y="1132622"/>
                  </a:lnTo>
                  <a:lnTo>
                    <a:pt x="0" y="0"/>
                  </a:lnTo>
                  <a:lnTo>
                    <a:pt x="1231488" y="0"/>
                  </a:lnTo>
                  <a:lnTo>
                    <a:pt x="1231488" y="32521"/>
                  </a:lnTo>
                  <a:lnTo>
                    <a:pt x="32521" y="32521"/>
                  </a:lnTo>
                  <a:lnTo>
                    <a:pt x="32521" y="1132622"/>
                  </a:lnTo>
                  <a:lnTo>
                    <a:pt x="38200" y="1181810"/>
                  </a:lnTo>
                  <a:lnTo>
                    <a:pt x="54377" y="1227030"/>
                  </a:lnTo>
                  <a:lnTo>
                    <a:pt x="79762" y="1266972"/>
                  </a:lnTo>
                  <a:lnTo>
                    <a:pt x="113066" y="1300321"/>
                  </a:lnTo>
                  <a:lnTo>
                    <a:pt x="153000" y="1325767"/>
                  </a:lnTo>
                  <a:lnTo>
                    <a:pt x="198274" y="1341997"/>
                  </a:lnTo>
                  <a:lnTo>
                    <a:pt x="247598" y="1347699"/>
                  </a:lnTo>
                  <a:lnTo>
                    <a:pt x="1231488" y="1347699"/>
                  </a:lnTo>
                  <a:lnTo>
                    <a:pt x="1231488" y="1380220"/>
                  </a:lnTo>
                  <a:close/>
                </a:path>
                <a:path w="1231900" h="1380489">
                  <a:moveTo>
                    <a:pt x="1231488" y="1347699"/>
                  </a:moveTo>
                  <a:lnTo>
                    <a:pt x="1198966" y="1347699"/>
                  </a:lnTo>
                  <a:lnTo>
                    <a:pt x="1198966" y="32521"/>
                  </a:lnTo>
                  <a:lnTo>
                    <a:pt x="1231488" y="32521"/>
                  </a:lnTo>
                  <a:lnTo>
                    <a:pt x="1231488" y="13476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08857" y="3322625"/>
              <a:ext cx="174625" cy="1971039"/>
            </a:xfrm>
            <a:custGeom>
              <a:avLst/>
              <a:gdLst/>
              <a:ahLst/>
              <a:cxnLst/>
              <a:rect l="l" t="t" r="r" b="b"/>
              <a:pathLst>
                <a:path w="174625" h="1971039">
                  <a:moveTo>
                    <a:pt x="174316" y="1970814"/>
                  </a:moveTo>
                  <a:lnTo>
                    <a:pt x="0" y="1970814"/>
                  </a:lnTo>
                  <a:lnTo>
                    <a:pt x="0" y="0"/>
                  </a:lnTo>
                  <a:lnTo>
                    <a:pt x="174316" y="0"/>
                  </a:lnTo>
                  <a:lnTo>
                    <a:pt x="174316" y="1970814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08849" y="3306152"/>
              <a:ext cx="2774950" cy="2030730"/>
            </a:xfrm>
            <a:custGeom>
              <a:avLst/>
              <a:gdLst/>
              <a:ahLst/>
              <a:cxnLst/>
              <a:rect l="l" t="t" r="r" b="b"/>
              <a:pathLst>
                <a:path w="2774950" h="2030729">
                  <a:moveTo>
                    <a:pt x="374218" y="1332522"/>
                  </a:moveTo>
                  <a:lnTo>
                    <a:pt x="371779" y="1320330"/>
                  </a:lnTo>
                  <a:lnTo>
                    <a:pt x="365163" y="1310411"/>
                  </a:lnTo>
                  <a:lnTo>
                    <a:pt x="355371" y="1303743"/>
                  </a:lnTo>
                  <a:lnTo>
                    <a:pt x="343433" y="1301305"/>
                  </a:lnTo>
                  <a:lnTo>
                    <a:pt x="331228" y="1303743"/>
                  </a:lnTo>
                  <a:lnTo>
                    <a:pt x="321310" y="1310411"/>
                  </a:lnTo>
                  <a:lnTo>
                    <a:pt x="314642" y="1320330"/>
                  </a:lnTo>
                  <a:lnTo>
                    <a:pt x="312204" y="1332522"/>
                  </a:lnTo>
                  <a:lnTo>
                    <a:pt x="314642" y="1344472"/>
                  </a:lnTo>
                  <a:lnTo>
                    <a:pt x="321310" y="1354264"/>
                  </a:lnTo>
                  <a:lnTo>
                    <a:pt x="331228" y="1360881"/>
                  </a:lnTo>
                  <a:lnTo>
                    <a:pt x="343433" y="1363306"/>
                  </a:lnTo>
                  <a:lnTo>
                    <a:pt x="355371" y="1360881"/>
                  </a:lnTo>
                  <a:lnTo>
                    <a:pt x="365163" y="1354264"/>
                  </a:lnTo>
                  <a:lnTo>
                    <a:pt x="371779" y="1344472"/>
                  </a:lnTo>
                  <a:lnTo>
                    <a:pt x="374218" y="1332522"/>
                  </a:lnTo>
                  <a:close/>
                </a:path>
                <a:path w="2774950" h="2030729">
                  <a:moveTo>
                    <a:pt x="414972" y="1775256"/>
                  </a:moveTo>
                  <a:lnTo>
                    <a:pt x="412546" y="1763052"/>
                  </a:lnTo>
                  <a:lnTo>
                    <a:pt x="405930" y="1753133"/>
                  </a:lnTo>
                  <a:lnTo>
                    <a:pt x="396138" y="1746465"/>
                  </a:lnTo>
                  <a:lnTo>
                    <a:pt x="384187" y="1744027"/>
                  </a:lnTo>
                  <a:lnTo>
                    <a:pt x="371995" y="1746465"/>
                  </a:lnTo>
                  <a:lnTo>
                    <a:pt x="362077" y="1753133"/>
                  </a:lnTo>
                  <a:lnTo>
                    <a:pt x="355409" y="1763052"/>
                  </a:lnTo>
                  <a:lnTo>
                    <a:pt x="352971" y="1775256"/>
                  </a:lnTo>
                  <a:lnTo>
                    <a:pt x="355409" y="1787194"/>
                  </a:lnTo>
                  <a:lnTo>
                    <a:pt x="362077" y="1796986"/>
                  </a:lnTo>
                  <a:lnTo>
                    <a:pt x="371995" y="1803603"/>
                  </a:lnTo>
                  <a:lnTo>
                    <a:pt x="384187" y="1806041"/>
                  </a:lnTo>
                  <a:lnTo>
                    <a:pt x="396138" y="1803603"/>
                  </a:lnTo>
                  <a:lnTo>
                    <a:pt x="405930" y="1796986"/>
                  </a:lnTo>
                  <a:lnTo>
                    <a:pt x="412546" y="1787194"/>
                  </a:lnTo>
                  <a:lnTo>
                    <a:pt x="414972" y="1775256"/>
                  </a:lnTo>
                  <a:close/>
                </a:path>
                <a:path w="2774950" h="2030729">
                  <a:moveTo>
                    <a:pt x="436219" y="805675"/>
                  </a:moveTo>
                  <a:lnTo>
                    <a:pt x="433793" y="793483"/>
                  </a:lnTo>
                  <a:lnTo>
                    <a:pt x="427177" y="783551"/>
                  </a:lnTo>
                  <a:lnTo>
                    <a:pt x="417385" y="776897"/>
                  </a:lnTo>
                  <a:lnTo>
                    <a:pt x="405434" y="774446"/>
                  </a:lnTo>
                  <a:lnTo>
                    <a:pt x="393242" y="776897"/>
                  </a:lnTo>
                  <a:lnTo>
                    <a:pt x="383324" y="783551"/>
                  </a:lnTo>
                  <a:lnTo>
                    <a:pt x="376656" y="793483"/>
                  </a:lnTo>
                  <a:lnTo>
                    <a:pt x="374218" y="805675"/>
                  </a:lnTo>
                  <a:lnTo>
                    <a:pt x="376656" y="817613"/>
                  </a:lnTo>
                  <a:lnTo>
                    <a:pt x="383324" y="827405"/>
                  </a:lnTo>
                  <a:lnTo>
                    <a:pt x="393242" y="834021"/>
                  </a:lnTo>
                  <a:lnTo>
                    <a:pt x="405434" y="836460"/>
                  </a:lnTo>
                  <a:lnTo>
                    <a:pt x="417385" y="834021"/>
                  </a:lnTo>
                  <a:lnTo>
                    <a:pt x="427177" y="827405"/>
                  </a:lnTo>
                  <a:lnTo>
                    <a:pt x="433793" y="817613"/>
                  </a:lnTo>
                  <a:lnTo>
                    <a:pt x="436219" y="805675"/>
                  </a:lnTo>
                  <a:close/>
                </a:path>
                <a:path w="2774950" h="2030729">
                  <a:moveTo>
                    <a:pt x="498233" y="1104442"/>
                  </a:moveTo>
                  <a:lnTo>
                    <a:pt x="495795" y="1092238"/>
                  </a:lnTo>
                  <a:lnTo>
                    <a:pt x="489178" y="1082319"/>
                  </a:lnTo>
                  <a:lnTo>
                    <a:pt x="479386" y="1075651"/>
                  </a:lnTo>
                  <a:lnTo>
                    <a:pt x="467448" y="1073213"/>
                  </a:lnTo>
                  <a:lnTo>
                    <a:pt x="455244" y="1075651"/>
                  </a:lnTo>
                  <a:lnTo>
                    <a:pt x="445325" y="1082319"/>
                  </a:lnTo>
                  <a:lnTo>
                    <a:pt x="438670" y="1092238"/>
                  </a:lnTo>
                  <a:lnTo>
                    <a:pt x="436219" y="1104442"/>
                  </a:lnTo>
                  <a:lnTo>
                    <a:pt x="438670" y="1116380"/>
                  </a:lnTo>
                  <a:lnTo>
                    <a:pt x="445325" y="1126172"/>
                  </a:lnTo>
                  <a:lnTo>
                    <a:pt x="455244" y="1132789"/>
                  </a:lnTo>
                  <a:lnTo>
                    <a:pt x="467448" y="1135227"/>
                  </a:lnTo>
                  <a:lnTo>
                    <a:pt x="479386" y="1132789"/>
                  </a:lnTo>
                  <a:lnTo>
                    <a:pt x="489178" y="1126172"/>
                  </a:lnTo>
                  <a:lnTo>
                    <a:pt x="495795" y="1116380"/>
                  </a:lnTo>
                  <a:lnTo>
                    <a:pt x="498233" y="1104442"/>
                  </a:lnTo>
                  <a:close/>
                </a:path>
                <a:path w="2774950" h="2030729">
                  <a:moveTo>
                    <a:pt x="535089" y="1548904"/>
                  </a:moveTo>
                  <a:lnTo>
                    <a:pt x="532663" y="1536700"/>
                  </a:lnTo>
                  <a:lnTo>
                    <a:pt x="526034" y="1526781"/>
                  </a:lnTo>
                  <a:lnTo>
                    <a:pt x="516255" y="1520126"/>
                  </a:lnTo>
                  <a:lnTo>
                    <a:pt x="504304" y="1517675"/>
                  </a:lnTo>
                  <a:lnTo>
                    <a:pt x="492112" y="1520126"/>
                  </a:lnTo>
                  <a:lnTo>
                    <a:pt x="482193" y="1526781"/>
                  </a:lnTo>
                  <a:lnTo>
                    <a:pt x="475526" y="1536700"/>
                  </a:lnTo>
                  <a:lnTo>
                    <a:pt x="473087" y="1548904"/>
                  </a:lnTo>
                  <a:lnTo>
                    <a:pt x="475526" y="1560842"/>
                  </a:lnTo>
                  <a:lnTo>
                    <a:pt x="482193" y="1570634"/>
                  </a:lnTo>
                  <a:lnTo>
                    <a:pt x="492112" y="1577251"/>
                  </a:lnTo>
                  <a:lnTo>
                    <a:pt x="504304" y="1579689"/>
                  </a:lnTo>
                  <a:lnTo>
                    <a:pt x="516255" y="1577251"/>
                  </a:lnTo>
                  <a:lnTo>
                    <a:pt x="526034" y="1570634"/>
                  </a:lnTo>
                  <a:lnTo>
                    <a:pt x="532663" y="1560842"/>
                  </a:lnTo>
                  <a:lnTo>
                    <a:pt x="535089" y="1548904"/>
                  </a:lnTo>
                  <a:close/>
                </a:path>
                <a:path w="2774950" h="2030729">
                  <a:moveTo>
                    <a:pt x="597103" y="1763979"/>
                  </a:moveTo>
                  <a:lnTo>
                    <a:pt x="594664" y="1751787"/>
                  </a:lnTo>
                  <a:lnTo>
                    <a:pt x="588048" y="1741868"/>
                  </a:lnTo>
                  <a:lnTo>
                    <a:pt x="578256" y="1735201"/>
                  </a:lnTo>
                  <a:lnTo>
                    <a:pt x="566318" y="1732762"/>
                  </a:lnTo>
                  <a:lnTo>
                    <a:pt x="554113" y="1735201"/>
                  </a:lnTo>
                  <a:lnTo>
                    <a:pt x="544195" y="1741868"/>
                  </a:lnTo>
                  <a:lnTo>
                    <a:pt x="537527" y="1751787"/>
                  </a:lnTo>
                  <a:lnTo>
                    <a:pt x="535089" y="1763979"/>
                  </a:lnTo>
                  <a:lnTo>
                    <a:pt x="537527" y="1775929"/>
                  </a:lnTo>
                  <a:lnTo>
                    <a:pt x="544195" y="1785708"/>
                  </a:lnTo>
                  <a:lnTo>
                    <a:pt x="554113" y="1792338"/>
                  </a:lnTo>
                  <a:lnTo>
                    <a:pt x="566318" y="1794764"/>
                  </a:lnTo>
                  <a:lnTo>
                    <a:pt x="578256" y="1792338"/>
                  </a:lnTo>
                  <a:lnTo>
                    <a:pt x="588048" y="1785708"/>
                  </a:lnTo>
                  <a:lnTo>
                    <a:pt x="594664" y="1775929"/>
                  </a:lnTo>
                  <a:lnTo>
                    <a:pt x="597103" y="1763979"/>
                  </a:lnTo>
                  <a:close/>
                </a:path>
                <a:path w="2774950" h="2030729">
                  <a:moveTo>
                    <a:pt x="612279" y="1190726"/>
                  </a:moveTo>
                  <a:lnTo>
                    <a:pt x="605332" y="1183792"/>
                  </a:lnTo>
                  <a:lnTo>
                    <a:pt x="588429" y="1183792"/>
                  </a:lnTo>
                  <a:lnTo>
                    <a:pt x="581494" y="1190726"/>
                  </a:lnTo>
                  <a:lnTo>
                    <a:pt x="581494" y="1207643"/>
                  </a:lnTo>
                  <a:lnTo>
                    <a:pt x="588429" y="1214577"/>
                  </a:lnTo>
                  <a:lnTo>
                    <a:pt x="605332" y="1214577"/>
                  </a:lnTo>
                  <a:lnTo>
                    <a:pt x="612279" y="1207643"/>
                  </a:lnTo>
                  <a:lnTo>
                    <a:pt x="612279" y="1199400"/>
                  </a:lnTo>
                  <a:lnTo>
                    <a:pt x="612279" y="1190726"/>
                  </a:lnTo>
                  <a:close/>
                </a:path>
                <a:path w="2774950" h="2030729">
                  <a:moveTo>
                    <a:pt x="690333" y="1301737"/>
                  </a:moveTo>
                  <a:lnTo>
                    <a:pt x="687895" y="1289545"/>
                  </a:lnTo>
                  <a:lnTo>
                    <a:pt x="681278" y="1279626"/>
                  </a:lnTo>
                  <a:lnTo>
                    <a:pt x="671487" y="1272959"/>
                  </a:lnTo>
                  <a:lnTo>
                    <a:pt x="659536" y="1270520"/>
                  </a:lnTo>
                  <a:lnTo>
                    <a:pt x="647344" y="1272959"/>
                  </a:lnTo>
                  <a:lnTo>
                    <a:pt x="637425" y="1279626"/>
                  </a:lnTo>
                  <a:lnTo>
                    <a:pt x="630758" y="1289545"/>
                  </a:lnTo>
                  <a:lnTo>
                    <a:pt x="628319" y="1301737"/>
                  </a:lnTo>
                  <a:lnTo>
                    <a:pt x="630758" y="1313688"/>
                  </a:lnTo>
                  <a:lnTo>
                    <a:pt x="637425" y="1323467"/>
                  </a:lnTo>
                  <a:lnTo>
                    <a:pt x="647344" y="1330096"/>
                  </a:lnTo>
                  <a:lnTo>
                    <a:pt x="659536" y="1332522"/>
                  </a:lnTo>
                  <a:lnTo>
                    <a:pt x="671487" y="1330096"/>
                  </a:lnTo>
                  <a:lnTo>
                    <a:pt x="681278" y="1323467"/>
                  </a:lnTo>
                  <a:lnTo>
                    <a:pt x="687895" y="1313688"/>
                  </a:lnTo>
                  <a:lnTo>
                    <a:pt x="690333" y="1301737"/>
                  </a:lnTo>
                  <a:close/>
                </a:path>
                <a:path w="2774950" h="2030729">
                  <a:moveTo>
                    <a:pt x="752335" y="1538490"/>
                  </a:moveTo>
                  <a:lnTo>
                    <a:pt x="749909" y="1526298"/>
                  </a:lnTo>
                  <a:lnTo>
                    <a:pt x="743280" y="1516380"/>
                  </a:lnTo>
                  <a:lnTo>
                    <a:pt x="733488" y="1509712"/>
                  </a:lnTo>
                  <a:lnTo>
                    <a:pt x="721550" y="1507274"/>
                  </a:lnTo>
                  <a:lnTo>
                    <a:pt x="709358" y="1509712"/>
                  </a:lnTo>
                  <a:lnTo>
                    <a:pt x="699439" y="1516380"/>
                  </a:lnTo>
                  <a:lnTo>
                    <a:pt x="692772" y="1526298"/>
                  </a:lnTo>
                  <a:lnTo>
                    <a:pt x="690333" y="1538490"/>
                  </a:lnTo>
                  <a:lnTo>
                    <a:pt x="692772" y="1550441"/>
                  </a:lnTo>
                  <a:lnTo>
                    <a:pt x="699439" y="1560233"/>
                  </a:lnTo>
                  <a:lnTo>
                    <a:pt x="709358" y="1566849"/>
                  </a:lnTo>
                  <a:lnTo>
                    <a:pt x="721550" y="1569288"/>
                  </a:lnTo>
                  <a:lnTo>
                    <a:pt x="733488" y="1566849"/>
                  </a:lnTo>
                  <a:lnTo>
                    <a:pt x="743280" y="1560233"/>
                  </a:lnTo>
                  <a:lnTo>
                    <a:pt x="749909" y="1550441"/>
                  </a:lnTo>
                  <a:lnTo>
                    <a:pt x="752335" y="1538490"/>
                  </a:lnTo>
                  <a:close/>
                </a:path>
                <a:path w="2774950" h="2030729">
                  <a:moveTo>
                    <a:pt x="824318" y="959612"/>
                  </a:moveTo>
                  <a:lnTo>
                    <a:pt x="817384" y="952665"/>
                  </a:lnTo>
                  <a:lnTo>
                    <a:pt x="800468" y="952665"/>
                  </a:lnTo>
                  <a:lnTo>
                    <a:pt x="793534" y="959612"/>
                  </a:lnTo>
                  <a:lnTo>
                    <a:pt x="793534" y="976515"/>
                  </a:lnTo>
                  <a:lnTo>
                    <a:pt x="800468" y="983462"/>
                  </a:lnTo>
                  <a:lnTo>
                    <a:pt x="817384" y="983462"/>
                  </a:lnTo>
                  <a:lnTo>
                    <a:pt x="824318" y="976515"/>
                  </a:lnTo>
                  <a:lnTo>
                    <a:pt x="824318" y="968286"/>
                  </a:lnTo>
                  <a:lnTo>
                    <a:pt x="824318" y="959612"/>
                  </a:lnTo>
                  <a:close/>
                </a:path>
                <a:path w="2774950" h="2030729">
                  <a:moveTo>
                    <a:pt x="870712" y="1702409"/>
                  </a:moveTo>
                  <a:lnTo>
                    <a:pt x="868286" y="1690204"/>
                  </a:lnTo>
                  <a:lnTo>
                    <a:pt x="861669" y="1680286"/>
                  </a:lnTo>
                  <a:lnTo>
                    <a:pt x="851877" y="1673618"/>
                  </a:lnTo>
                  <a:lnTo>
                    <a:pt x="839927" y="1671180"/>
                  </a:lnTo>
                  <a:lnTo>
                    <a:pt x="827735" y="1673618"/>
                  </a:lnTo>
                  <a:lnTo>
                    <a:pt x="817816" y="1680286"/>
                  </a:lnTo>
                  <a:lnTo>
                    <a:pt x="811149" y="1690204"/>
                  </a:lnTo>
                  <a:lnTo>
                    <a:pt x="808710" y="1702409"/>
                  </a:lnTo>
                  <a:lnTo>
                    <a:pt x="811149" y="1714347"/>
                  </a:lnTo>
                  <a:lnTo>
                    <a:pt x="817816" y="1724139"/>
                  </a:lnTo>
                  <a:lnTo>
                    <a:pt x="827735" y="1730756"/>
                  </a:lnTo>
                  <a:lnTo>
                    <a:pt x="839927" y="1733194"/>
                  </a:lnTo>
                  <a:lnTo>
                    <a:pt x="851877" y="1730756"/>
                  </a:lnTo>
                  <a:lnTo>
                    <a:pt x="861669" y="1724139"/>
                  </a:lnTo>
                  <a:lnTo>
                    <a:pt x="868286" y="1714347"/>
                  </a:lnTo>
                  <a:lnTo>
                    <a:pt x="870712" y="1702409"/>
                  </a:lnTo>
                  <a:close/>
                </a:path>
                <a:path w="2774950" h="2030729">
                  <a:moveTo>
                    <a:pt x="901941" y="1073645"/>
                  </a:moveTo>
                  <a:lnTo>
                    <a:pt x="894994" y="1066711"/>
                  </a:lnTo>
                  <a:lnTo>
                    <a:pt x="878090" y="1066711"/>
                  </a:lnTo>
                  <a:lnTo>
                    <a:pt x="871143" y="1073645"/>
                  </a:lnTo>
                  <a:lnTo>
                    <a:pt x="871143" y="1090561"/>
                  </a:lnTo>
                  <a:lnTo>
                    <a:pt x="878090" y="1097495"/>
                  </a:lnTo>
                  <a:lnTo>
                    <a:pt x="894994" y="1097495"/>
                  </a:lnTo>
                  <a:lnTo>
                    <a:pt x="901941" y="1090561"/>
                  </a:lnTo>
                  <a:lnTo>
                    <a:pt x="901941" y="1082319"/>
                  </a:lnTo>
                  <a:lnTo>
                    <a:pt x="901941" y="1073645"/>
                  </a:lnTo>
                  <a:close/>
                </a:path>
                <a:path w="2774950" h="2030729">
                  <a:moveTo>
                    <a:pt x="977823" y="1507705"/>
                  </a:moveTo>
                  <a:lnTo>
                    <a:pt x="975385" y="1495513"/>
                  </a:lnTo>
                  <a:lnTo>
                    <a:pt x="968768" y="1485595"/>
                  </a:lnTo>
                  <a:lnTo>
                    <a:pt x="958977" y="1478927"/>
                  </a:lnTo>
                  <a:lnTo>
                    <a:pt x="947039" y="1476489"/>
                  </a:lnTo>
                  <a:lnTo>
                    <a:pt x="934834" y="1478927"/>
                  </a:lnTo>
                  <a:lnTo>
                    <a:pt x="924915" y="1485595"/>
                  </a:lnTo>
                  <a:lnTo>
                    <a:pt x="918248" y="1495513"/>
                  </a:lnTo>
                  <a:lnTo>
                    <a:pt x="915809" y="1507705"/>
                  </a:lnTo>
                  <a:lnTo>
                    <a:pt x="918248" y="1519656"/>
                  </a:lnTo>
                  <a:lnTo>
                    <a:pt x="924915" y="1529448"/>
                  </a:lnTo>
                  <a:lnTo>
                    <a:pt x="934834" y="1536065"/>
                  </a:lnTo>
                  <a:lnTo>
                    <a:pt x="947039" y="1538490"/>
                  </a:lnTo>
                  <a:lnTo>
                    <a:pt x="958977" y="1536065"/>
                  </a:lnTo>
                  <a:lnTo>
                    <a:pt x="968768" y="1529448"/>
                  </a:lnTo>
                  <a:lnTo>
                    <a:pt x="975385" y="1519656"/>
                  </a:lnTo>
                  <a:lnTo>
                    <a:pt x="977823" y="1507705"/>
                  </a:lnTo>
                  <a:close/>
                </a:path>
                <a:path w="2774950" h="2030729">
                  <a:moveTo>
                    <a:pt x="1015974" y="1868919"/>
                  </a:moveTo>
                  <a:lnTo>
                    <a:pt x="1009040" y="1861972"/>
                  </a:lnTo>
                  <a:lnTo>
                    <a:pt x="992124" y="1861972"/>
                  </a:lnTo>
                  <a:lnTo>
                    <a:pt x="985189" y="1868919"/>
                  </a:lnTo>
                  <a:lnTo>
                    <a:pt x="985189" y="1885823"/>
                  </a:lnTo>
                  <a:lnTo>
                    <a:pt x="992124" y="1892769"/>
                  </a:lnTo>
                  <a:lnTo>
                    <a:pt x="1009040" y="1892769"/>
                  </a:lnTo>
                  <a:lnTo>
                    <a:pt x="1015974" y="1885823"/>
                  </a:lnTo>
                  <a:lnTo>
                    <a:pt x="1015974" y="1877593"/>
                  </a:lnTo>
                  <a:lnTo>
                    <a:pt x="1015974" y="1868919"/>
                  </a:lnTo>
                  <a:close/>
                </a:path>
                <a:path w="2774950" h="2030729">
                  <a:moveTo>
                    <a:pt x="1050671" y="1724520"/>
                  </a:moveTo>
                  <a:lnTo>
                    <a:pt x="1043736" y="1717586"/>
                  </a:lnTo>
                  <a:lnTo>
                    <a:pt x="1026820" y="1717586"/>
                  </a:lnTo>
                  <a:lnTo>
                    <a:pt x="1019886" y="1724520"/>
                  </a:lnTo>
                  <a:lnTo>
                    <a:pt x="1019886" y="1741424"/>
                  </a:lnTo>
                  <a:lnTo>
                    <a:pt x="1026820" y="1748370"/>
                  </a:lnTo>
                  <a:lnTo>
                    <a:pt x="1043736" y="1748370"/>
                  </a:lnTo>
                  <a:lnTo>
                    <a:pt x="1050671" y="1741424"/>
                  </a:lnTo>
                  <a:lnTo>
                    <a:pt x="1050671" y="1733194"/>
                  </a:lnTo>
                  <a:lnTo>
                    <a:pt x="1050671" y="1724520"/>
                  </a:lnTo>
                  <a:close/>
                </a:path>
                <a:path w="2774950" h="2030729">
                  <a:moveTo>
                    <a:pt x="1081887" y="1049807"/>
                  </a:moveTo>
                  <a:lnTo>
                    <a:pt x="1074953" y="1042860"/>
                  </a:lnTo>
                  <a:lnTo>
                    <a:pt x="1058037" y="1042860"/>
                  </a:lnTo>
                  <a:lnTo>
                    <a:pt x="1051102" y="1049807"/>
                  </a:lnTo>
                  <a:lnTo>
                    <a:pt x="1051102" y="1066711"/>
                  </a:lnTo>
                  <a:lnTo>
                    <a:pt x="1058037" y="1073645"/>
                  </a:lnTo>
                  <a:lnTo>
                    <a:pt x="1074953" y="1073645"/>
                  </a:lnTo>
                  <a:lnTo>
                    <a:pt x="1081887" y="1066711"/>
                  </a:lnTo>
                  <a:lnTo>
                    <a:pt x="1081887" y="1058468"/>
                  </a:lnTo>
                  <a:lnTo>
                    <a:pt x="1081887" y="1049807"/>
                  </a:lnTo>
                  <a:close/>
                </a:path>
                <a:path w="2774950" h="2030729">
                  <a:moveTo>
                    <a:pt x="1159078" y="1821218"/>
                  </a:moveTo>
                  <a:lnTo>
                    <a:pt x="1156639" y="1809026"/>
                  </a:lnTo>
                  <a:lnTo>
                    <a:pt x="1150023" y="1799107"/>
                  </a:lnTo>
                  <a:lnTo>
                    <a:pt x="1140231" y="1792439"/>
                  </a:lnTo>
                  <a:lnTo>
                    <a:pt x="1128280" y="1790001"/>
                  </a:lnTo>
                  <a:lnTo>
                    <a:pt x="1116088" y="1792439"/>
                  </a:lnTo>
                  <a:lnTo>
                    <a:pt x="1106170" y="1799107"/>
                  </a:lnTo>
                  <a:lnTo>
                    <a:pt x="1099502" y="1809026"/>
                  </a:lnTo>
                  <a:lnTo>
                    <a:pt x="1097064" y="1821218"/>
                  </a:lnTo>
                  <a:lnTo>
                    <a:pt x="1099502" y="1833156"/>
                  </a:lnTo>
                  <a:lnTo>
                    <a:pt x="1106170" y="1842947"/>
                  </a:lnTo>
                  <a:lnTo>
                    <a:pt x="1116088" y="1849577"/>
                  </a:lnTo>
                  <a:lnTo>
                    <a:pt x="1128280" y="1852002"/>
                  </a:lnTo>
                  <a:lnTo>
                    <a:pt x="1140231" y="1849577"/>
                  </a:lnTo>
                  <a:lnTo>
                    <a:pt x="1150023" y="1842947"/>
                  </a:lnTo>
                  <a:lnTo>
                    <a:pt x="1156639" y="1833156"/>
                  </a:lnTo>
                  <a:lnTo>
                    <a:pt x="1159078" y="1821218"/>
                  </a:lnTo>
                  <a:close/>
                </a:path>
                <a:path w="2774950" h="2030729">
                  <a:moveTo>
                    <a:pt x="1159078" y="892835"/>
                  </a:moveTo>
                  <a:lnTo>
                    <a:pt x="1152131" y="885888"/>
                  </a:lnTo>
                  <a:lnTo>
                    <a:pt x="1135227" y="885888"/>
                  </a:lnTo>
                  <a:lnTo>
                    <a:pt x="1128280" y="892835"/>
                  </a:lnTo>
                  <a:lnTo>
                    <a:pt x="1128280" y="909739"/>
                  </a:lnTo>
                  <a:lnTo>
                    <a:pt x="1135227" y="916686"/>
                  </a:lnTo>
                  <a:lnTo>
                    <a:pt x="1152131" y="916686"/>
                  </a:lnTo>
                  <a:lnTo>
                    <a:pt x="1159078" y="909739"/>
                  </a:lnTo>
                  <a:lnTo>
                    <a:pt x="1159078" y="901509"/>
                  </a:lnTo>
                  <a:lnTo>
                    <a:pt x="1159078" y="892835"/>
                  </a:lnTo>
                  <a:close/>
                </a:path>
                <a:path w="2774950" h="2030729">
                  <a:moveTo>
                    <a:pt x="1168184" y="1014679"/>
                  </a:moveTo>
                  <a:lnTo>
                    <a:pt x="1161237" y="1007745"/>
                  </a:lnTo>
                  <a:lnTo>
                    <a:pt x="1144333" y="1007745"/>
                  </a:lnTo>
                  <a:lnTo>
                    <a:pt x="1137399" y="1014679"/>
                  </a:lnTo>
                  <a:lnTo>
                    <a:pt x="1137399" y="1031595"/>
                  </a:lnTo>
                  <a:lnTo>
                    <a:pt x="1144333" y="1038529"/>
                  </a:lnTo>
                  <a:lnTo>
                    <a:pt x="1161237" y="1038529"/>
                  </a:lnTo>
                  <a:lnTo>
                    <a:pt x="1168184" y="1031595"/>
                  </a:lnTo>
                  <a:lnTo>
                    <a:pt x="1168184" y="1023353"/>
                  </a:lnTo>
                  <a:lnTo>
                    <a:pt x="1168184" y="1014679"/>
                  </a:lnTo>
                  <a:close/>
                </a:path>
                <a:path w="2774950" h="2030729">
                  <a:moveTo>
                    <a:pt x="1201572" y="1702409"/>
                  </a:moveTo>
                  <a:lnTo>
                    <a:pt x="1194625" y="1695462"/>
                  </a:lnTo>
                  <a:lnTo>
                    <a:pt x="1177721" y="1695462"/>
                  </a:lnTo>
                  <a:lnTo>
                    <a:pt x="1170787" y="1702409"/>
                  </a:lnTo>
                  <a:lnTo>
                    <a:pt x="1170787" y="1719313"/>
                  </a:lnTo>
                  <a:lnTo>
                    <a:pt x="1177721" y="1726247"/>
                  </a:lnTo>
                  <a:lnTo>
                    <a:pt x="1194625" y="1726247"/>
                  </a:lnTo>
                  <a:lnTo>
                    <a:pt x="1201572" y="1719313"/>
                  </a:lnTo>
                  <a:lnTo>
                    <a:pt x="1201572" y="1711071"/>
                  </a:lnTo>
                  <a:lnTo>
                    <a:pt x="1201572" y="1702409"/>
                  </a:lnTo>
                  <a:close/>
                </a:path>
                <a:path w="2774950" h="2030729">
                  <a:moveTo>
                    <a:pt x="1201572" y="1407972"/>
                  </a:moveTo>
                  <a:lnTo>
                    <a:pt x="1194625" y="1401038"/>
                  </a:lnTo>
                  <a:lnTo>
                    <a:pt x="1177721" y="1401038"/>
                  </a:lnTo>
                  <a:lnTo>
                    <a:pt x="1170787" y="1407972"/>
                  </a:lnTo>
                  <a:lnTo>
                    <a:pt x="1170787" y="1424889"/>
                  </a:lnTo>
                  <a:lnTo>
                    <a:pt x="1177721" y="1431823"/>
                  </a:lnTo>
                  <a:lnTo>
                    <a:pt x="1194625" y="1431823"/>
                  </a:lnTo>
                  <a:lnTo>
                    <a:pt x="1201572" y="1424889"/>
                  </a:lnTo>
                  <a:lnTo>
                    <a:pt x="1201572" y="1416646"/>
                  </a:lnTo>
                  <a:lnTo>
                    <a:pt x="1201572" y="1407972"/>
                  </a:lnTo>
                  <a:close/>
                </a:path>
                <a:path w="2774950" h="2030729">
                  <a:moveTo>
                    <a:pt x="1232357" y="744093"/>
                  </a:moveTo>
                  <a:lnTo>
                    <a:pt x="1229918" y="731901"/>
                  </a:lnTo>
                  <a:lnTo>
                    <a:pt x="1223302" y="721982"/>
                  </a:lnTo>
                  <a:lnTo>
                    <a:pt x="1213510" y="715314"/>
                  </a:lnTo>
                  <a:lnTo>
                    <a:pt x="1201572" y="712876"/>
                  </a:lnTo>
                  <a:lnTo>
                    <a:pt x="1189367" y="715314"/>
                  </a:lnTo>
                  <a:lnTo>
                    <a:pt x="1179449" y="721982"/>
                  </a:lnTo>
                  <a:lnTo>
                    <a:pt x="1172781" y="731901"/>
                  </a:lnTo>
                  <a:lnTo>
                    <a:pt x="1170343" y="744093"/>
                  </a:lnTo>
                  <a:lnTo>
                    <a:pt x="1172781" y="756043"/>
                  </a:lnTo>
                  <a:lnTo>
                    <a:pt x="1179449" y="765835"/>
                  </a:lnTo>
                  <a:lnTo>
                    <a:pt x="1189367" y="772452"/>
                  </a:lnTo>
                  <a:lnTo>
                    <a:pt x="1201572" y="774890"/>
                  </a:lnTo>
                  <a:lnTo>
                    <a:pt x="1213510" y="772452"/>
                  </a:lnTo>
                  <a:lnTo>
                    <a:pt x="1223302" y="765835"/>
                  </a:lnTo>
                  <a:lnTo>
                    <a:pt x="1229918" y="756043"/>
                  </a:lnTo>
                  <a:lnTo>
                    <a:pt x="1232357" y="744093"/>
                  </a:lnTo>
                  <a:close/>
                </a:path>
                <a:path w="2774950" h="2030729">
                  <a:moveTo>
                    <a:pt x="1247965" y="1014679"/>
                  </a:moveTo>
                  <a:lnTo>
                    <a:pt x="1241031" y="1007745"/>
                  </a:lnTo>
                  <a:lnTo>
                    <a:pt x="1224114" y="1007745"/>
                  </a:lnTo>
                  <a:lnTo>
                    <a:pt x="1217180" y="1014679"/>
                  </a:lnTo>
                  <a:lnTo>
                    <a:pt x="1217180" y="1031595"/>
                  </a:lnTo>
                  <a:lnTo>
                    <a:pt x="1224114" y="1038529"/>
                  </a:lnTo>
                  <a:lnTo>
                    <a:pt x="1241031" y="1038529"/>
                  </a:lnTo>
                  <a:lnTo>
                    <a:pt x="1247965" y="1031595"/>
                  </a:lnTo>
                  <a:lnTo>
                    <a:pt x="1247965" y="1023353"/>
                  </a:lnTo>
                  <a:lnTo>
                    <a:pt x="1247965" y="1014679"/>
                  </a:lnTo>
                  <a:close/>
                </a:path>
                <a:path w="2774950" h="2030729">
                  <a:moveTo>
                    <a:pt x="1260970" y="877214"/>
                  </a:moveTo>
                  <a:lnTo>
                    <a:pt x="1254036" y="870280"/>
                  </a:lnTo>
                  <a:lnTo>
                    <a:pt x="1237132" y="870280"/>
                  </a:lnTo>
                  <a:lnTo>
                    <a:pt x="1230185" y="877214"/>
                  </a:lnTo>
                  <a:lnTo>
                    <a:pt x="1230185" y="894130"/>
                  </a:lnTo>
                  <a:lnTo>
                    <a:pt x="1237132" y="901065"/>
                  </a:lnTo>
                  <a:lnTo>
                    <a:pt x="1254036" y="901065"/>
                  </a:lnTo>
                  <a:lnTo>
                    <a:pt x="1260970" y="894130"/>
                  </a:lnTo>
                  <a:lnTo>
                    <a:pt x="1260970" y="885888"/>
                  </a:lnTo>
                  <a:lnTo>
                    <a:pt x="1260970" y="877214"/>
                  </a:lnTo>
                  <a:close/>
                </a:path>
                <a:path w="2774950" h="2030729">
                  <a:moveTo>
                    <a:pt x="1342491" y="1028992"/>
                  </a:moveTo>
                  <a:lnTo>
                    <a:pt x="1337729" y="1024216"/>
                  </a:lnTo>
                  <a:lnTo>
                    <a:pt x="1325587" y="1024216"/>
                  </a:lnTo>
                  <a:lnTo>
                    <a:pt x="1320812" y="1028992"/>
                  </a:lnTo>
                  <a:lnTo>
                    <a:pt x="1320812" y="1041133"/>
                  </a:lnTo>
                  <a:lnTo>
                    <a:pt x="1325587" y="1045895"/>
                  </a:lnTo>
                  <a:lnTo>
                    <a:pt x="1337729" y="1045895"/>
                  </a:lnTo>
                  <a:lnTo>
                    <a:pt x="1342491" y="1040701"/>
                  </a:lnTo>
                  <a:lnTo>
                    <a:pt x="1342491" y="1035062"/>
                  </a:lnTo>
                  <a:lnTo>
                    <a:pt x="1342491" y="1028992"/>
                  </a:lnTo>
                  <a:close/>
                </a:path>
                <a:path w="2774950" h="2030729">
                  <a:moveTo>
                    <a:pt x="1342491" y="459206"/>
                  </a:moveTo>
                  <a:lnTo>
                    <a:pt x="1337729" y="454444"/>
                  </a:lnTo>
                  <a:lnTo>
                    <a:pt x="1325587" y="454444"/>
                  </a:lnTo>
                  <a:lnTo>
                    <a:pt x="1320812" y="459206"/>
                  </a:lnTo>
                  <a:lnTo>
                    <a:pt x="1320812" y="471347"/>
                  </a:lnTo>
                  <a:lnTo>
                    <a:pt x="1325587" y="476123"/>
                  </a:lnTo>
                  <a:lnTo>
                    <a:pt x="1337729" y="476123"/>
                  </a:lnTo>
                  <a:lnTo>
                    <a:pt x="1342491" y="470916"/>
                  </a:lnTo>
                  <a:lnTo>
                    <a:pt x="1342491" y="465277"/>
                  </a:lnTo>
                  <a:lnTo>
                    <a:pt x="1342491" y="459206"/>
                  </a:lnTo>
                  <a:close/>
                </a:path>
                <a:path w="2774950" h="2030729">
                  <a:moveTo>
                    <a:pt x="1345526" y="1731454"/>
                  </a:moveTo>
                  <a:lnTo>
                    <a:pt x="1340764" y="1726692"/>
                  </a:lnTo>
                  <a:lnTo>
                    <a:pt x="1328623" y="1726692"/>
                  </a:lnTo>
                  <a:lnTo>
                    <a:pt x="1323848" y="1731454"/>
                  </a:lnTo>
                  <a:lnTo>
                    <a:pt x="1323848" y="1743595"/>
                  </a:lnTo>
                  <a:lnTo>
                    <a:pt x="1328623" y="1748370"/>
                  </a:lnTo>
                  <a:lnTo>
                    <a:pt x="1340764" y="1748370"/>
                  </a:lnTo>
                  <a:lnTo>
                    <a:pt x="1345526" y="1743163"/>
                  </a:lnTo>
                  <a:lnTo>
                    <a:pt x="1345526" y="1737525"/>
                  </a:lnTo>
                  <a:lnTo>
                    <a:pt x="1345526" y="1731454"/>
                  </a:lnTo>
                  <a:close/>
                </a:path>
                <a:path w="2774950" h="2030729">
                  <a:moveTo>
                    <a:pt x="1345526" y="1622615"/>
                  </a:moveTo>
                  <a:lnTo>
                    <a:pt x="1340764" y="1617853"/>
                  </a:lnTo>
                  <a:lnTo>
                    <a:pt x="1328623" y="1617853"/>
                  </a:lnTo>
                  <a:lnTo>
                    <a:pt x="1323848" y="1622615"/>
                  </a:lnTo>
                  <a:lnTo>
                    <a:pt x="1323848" y="1634756"/>
                  </a:lnTo>
                  <a:lnTo>
                    <a:pt x="1328623" y="1639531"/>
                  </a:lnTo>
                  <a:lnTo>
                    <a:pt x="1340764" y="1639531"/>
                  </a:lnTo>
                  <a:lnTo>
                    <a:pt x="1345526" y="1634324"/>
                  </a:lnTo>
                  <a:lnTo>
                    <a:pt x="1345526" y="1628686"/>
                  </a:lnTo>
                  <a:lnTo>
                    <a:pt x="1345526" y="1622615"/>
                  </a:lnTo>
                  <a:close/>
                </a:path>
                <a:path w="2774950" h="2030729">
                  <a:moveTo>
                    <a:pt x="1346403" y="700303"/>
                  </a:moveTo>
                  <a:lnTo>
                    <a:pt x="1341628" y="695528"/>
                  </a:lnTo>
                  <a:lnTo>
                    <a:pt x="1329486" y="695528"/>
                  </a:lnTo>
                  <a:lnTo>
                    <a:pt x="1324724" y="700303"/>
                  </a:lnTo>
                  <a:lnTo>
                    <a:pt x="1324724" y="712444"/>
                  </a:lnTo>
                  <a:lnTo>
                    <a:pt x="1329486" y="717219"/>
                  </a:lnTo>
                  <a:lnTo>
                    <a:pt x="1341628" y="717219"/>
                  </a:lnTo>
                  <a:lnTo>
                    <a:pt x="1346403" y="712012"/>
                  </a:lnTo>
                  <a:lnTo>
                    <a:pt x="1346403" y="706374"/>
                  </a:lnTo>
                  <a:lnTo>
                    <a:pt x="1346403" y="700303"/>
                  </a:lnTo>
                  <a:close/>
                </a:path>
                <a:path w="2774950" h="2030729">
                  <a:moveTo>
                    <a:pt x="1352473" y="1851571"/>
                  </a:moveTo>
                  <a:lnTo>
                    <a:pt x="1347698" y="1846795"/>
                  </a:lnTo>
                  <a:lnTo>
                    <a:pt x="1335557" y="1846795"/>
                  </a:lnTo>
                  <a:lnTo>
                    <a:pt x="1330794" y="1851571"/>
                  </a:lnTo>
                  <a:lnTo>
                    <a:pt x="1330794" y="1863712"/>
                  </a:lnTo>
                  <a:lnTo>
                    <a:pt x="1335557" y="1868487"/>
                  </a:lnTo>
                  <a:lnTo>
                    <a:pt x="1347698" y="1868487"/>
                  </a:lnTo>
                  <a:lnTo>
                    <a:pt x="1352473" y="1863280"/>
                  </a:lnTo>
                  <a:lnTo>
                    <a:pt x="1352473" y="1857641"/>
                  </a:lnTo>
                  <a:lnTo>
                    <a:pt x="1352473" y="1851571"/>
                  </a:lnTo>
                  <a:close/>
                </a:path>
                <a:path w="2774950" h="2030729">
                  <a:moveTo>
                    <a:pt x="1352473" y="1281785"/>
                  </a:moveTo>
                  <a:lnTo>
                    <a:pt x="1347698" y="1277023"/>
                  </a:lnTo>
                  <a:lnTo>
                    <a:pt x="1335557" y="1277023"/>
                  </a:lnTo>
                  <a:lnTo>
                    <a:pt x="1330794" y="1281785"/>
                  </a:lnTo>
                  <a:lnTo>
                    <a:pt x="1330794" y="1293926"/>
                  </a:lnTo>
                  <a:lnTo>
                    <a:pt x="1335557" y="1298702"/>
                  </a:lnTo>
                  <a:lnTo>
                    <a:pt x="1347698" y="1298702"/>
                  </a:lnTo>
                  <a:lnTo>
                    <a:pt x="1352473" y="1293495"/>
                  </a:lnTo>
                  <a:lnTo>
                    <a:pt x="1352473" y="1287856"/>
                  </a:lnTo>
                  <a:lnTo>
                    <a:pt x="1352473" y="1281785"/>
                  </a:lnTo>
                  <a:close/>
                </a:path>
                <a:path w="2774950" h="2030729">
                  <a:moveTo>
                    <a:pt x="1353337" y="570649"/>
                  </a:moveTo>
                  <a:lnTo>
                    <a:pt x="1348562" y="565873"/>
                  </a:lnTo>
                  <a:lnTo>
                    <a:pt x="1336421" y="565873"/>
                  </a:lnTo>
                  <a:lnTo>
                    <a:pt x="1331658" y="570649"/>
                  </a:lnTo>
                  <a:lnTo>
                    <a:pt x="1331658" y="582790"/>
                  </a:lnTo>
                  <a:lnTo>
                    <a:pt x="1336421" y="587565"/>
                  </a:lnTo>
                  <a:lnTo>
                    <a:pt x="1348562" y="587565"/>
                  </a:lnTo>
                  <a:lnTo>
                    <a:pt x="1353337" y="582358"/>
                  </a:lnTo>
                  <a:lnTo>
                    <a:pt x="1353337" y="576719"/>
                  </a:lnTo>
                  <a:lnTo>
                    <a:pt x="1353337" y="570649"/>
                  </a:lnTo>
                  <a:close/>
                </a:path>
                <a:path w="2774950" h="2030729">
                  <a:moveTo>
                    <a:pt x="1353337" y="335191"/>
                  </a:moveTo>
                  <a:lnTo>
                    <a:pt x="1348562" y="330428"/>
                  </a:lnTo>
                  <a:lnTo>
                    <a:pt x="1336421" y="330428"/>
                  </a:lnTo>
                  <a:lnTo>
                    <a:pt x="1331658" y="335191"/>
                  </a:lnTo>
                  <a:lnTo>
                    <a:pt x="1331658" y="347332"/>
                  </a:lnTo>
                  <a:lnTo>
                    <a:pt x="1336421" y="352107"/>
                  </a:lnTo>
                  <a:lnTo>
                    <a:pt x="1348562" y="352107"/>
                  </a:lnTo>
                  <a:lnTo>
                    <a:pt x="1353337" y="346900"/>
                  </a:lnTo>
                  <a:lnTo>
                    <a:pt x="1353337" y="341261"/>
                  </a:lnTo>
                  <a:lnTo>
                    <a:pt x="1353337" y="335191"/>
                  </a:lnTo>
                  <a:close/>
                </a:path>
                <a:path w="2774950" h="2030729">
                  <a:moveTo>
                    <a:pt x="1353337" y="253669"/>
                  </a:moveTo>
                  <a:lnTo>
                    <a:pt x="1348562" y="248907"/>
                  </a:lnTo>
                  <a:lnTo>
                    <a:pt x="1336421" y="248907"/>
                  </a:lnTo>
                  <a:lnTo>
                    <a:pt x="1331658" y="253669"/>
                  </a:lnTo>
                  <a:lnTo>
                    <a:pt x="1331658" y="265811"/>
                  </a:lnTo>
                  <a:lnTo>
                    <a:pt x="1336421" y="270586"/>
                  </a:lnTo>
                  <a:lnTo>
                    <a:pt x="1348562" y="270586"/>
                  </a:lnTo>
                  <a:lnTo>
                    <a:pt x="1353337" y="265379"/>
                  </a:lnTo>
                  <a:lnTo>
                    <a:pt x="1353337" y="259740"/>
                  </a:lnTo>
                  <a:lnTo>
                    <a:pt x="1353337" y="253669"/>
                  </a:lnTo>
                  <a:close/>
                </a:path>
                <a:path w="2774950" h="2030729">
                  <a:moveTo>
                    <a:pt x="1356372" y="1522882"/>
                  </a:moveTo>
                  <a:lnTo>
                    <a:pt x="1351165" y="1518119"/>
                  </a:lnTo>
                  <a:lnTo>
                    <a:pt x="1339456" y="1518119"/>
                  </a:lnTo>
                  <a:lnTo>
                    <a:pt x="1334693" y="1522882"/>
                  </a:lnTo>
                  <a:lnTo>
                    <a:pt x="1334693" y="1535023"/>
                  </a:lnTo>
                  <a:lnTo>
                    <a:pt x="1339456" y="1539798"/>
                  </a:lnTo>
                  <a:lnTo>
                    <a:pt x="1351597" y="1539798"/>
                  </a:lnTo>
                  <a:lnTo>
                    <a:pt x="1356372" y="1534591"/>
                  </a:lnTo>
                  <a:lnTo>
                    <a:pt x="1356372" y="1528953"/>
                  </a:lnTo>
                  <a:lnTo>
                    <a:pt x="1356372" y="1522882"/>
                  </a:lnTo>
                  <a:close/>
                </a:path>
                <a:path w="2774950" h="2030729">
                  <a:moveTo>
                    <a:pt x="1363306" y="1393228"/>
                  </a:moveTo>
                  <a:lnTo>
                    <a:pt x="1358544" y="1388465"/>
                  </a:lnTo>
                  <a:lnTo>
                    <a:pt x="1346403" y="1388465"/>
                  </a:lnTo>
                  <a:lnTo>
                    <a:pt x="1341628" y="1393228"/>
                  </a:lnTo>
                  <a:lnTo>
                    <a:pt x="1341628" y="1405369"/>
                  </a:lnTo>
                  <a:lnTo>
                    <a:pt x="1346403" y="1410144"/>
                  </a:lnTo>
                  <a:lnTo>
                    <a:pt x="1358544" y="1410144"/>
                  </a:lnTo>
                  <a:lnTo>
                    <a:pt x="1363306" y="1404937"/>
                  </a:lnTo>
                  <a:lnTo>
                    <a:pt x="1363306" y="1399298"/>
                  </a:lnTo>
                  <a:lnTo>
                    <a:pt x="1363306" y="1393228"/>
                  </a:lnTo>
                  <a:close/>
                </a:path>
                <a:path w="2774950" h="2030729">
                  <a:moveTo>
                    <a:pt x="1363306" y="1157770"/>
                  </a:moveTo>
                  <a:lnTo>
                    <a:pt x="1358544" y="1153007"/>
                  </a:lnTo>
                  <a:lnTo>
                    <a:pt x="1346403" y="1153007"/>
                  </a:lnTo>
                  <a:lnTo>
                    <a:pt x="1341628" y="1157770"/>
                  </a:lnTo>
                  <a:lnTo>
                    <a:pt x="1341628" y="1169911"/>
                  </a:lnTo>
                  <a:lnTo>
                    <a:pt x="1346403" y="1174686"/>
                  </a:lnTo>
                  <a:lnTo>
                    <a:pt x="1358544" y="1174686"/>
                  </a:lnTo>
                  <a:lnTo>
                    <a:pt x="1363306" y="1169479"/>
                  </a:lnTo>
                  <a:lnTo>
                    <a:pt x="1363306" y="1163840"/>
                  </a:lnTo>
                  <a:lnTo>
                    <a:pt x="1363306" y="1157770"/>
                  </a:lnTo>
                  <a:close/>
                </a:path>
                <a:path w="2774950" h="2030729">
                  <a:moveTo>
                    <a:pt x="1363306" y="1076248"/>
                  </a:moveTo>
                  <a:lnTo>
                    <a:pt x="1358544" y="1071486"/>
                  </a:lnTo>
                  <a:lnTo>
                    <a:pt x="1346403" y="1071486"/>
                  </a:lnTo>
                  <a:lnTo>
                    <a:pt x="1341628" y="1076248"/>
                  </a:lnTo>
                  <a:lnTo>
                    <a:pt x="1341628" y="1088390"/>
                  </a:lnTo>
                  <a:lnTo>
                    <a:pt x="1346403" y="1093165"/>
                  </a:lnTo>
                  <a:lnTo>
                    <a:pt x="1358544" y="1093165"/>
                  </a:lnTo>
                  <a:lnTo>
                    <a:pt x="1363306" y="1087958"/>
                  </a:lnTo>
                  <a:lnTo>
                    <a:pt x="1363306" y="1082319"/>
                  </a:lnTo>
                  <a:lnTo>
                    <a:pt x="1363306" y="1076248"/>
                  </a:lnTo>
                  <a:close/>
                </a:path>
                <a:path w="2774950" h="2030729">
                  <a:moveTo>
                    <a:pt x="1384554" y="407174"/>
                  </a:moveTo>
                  <a:lnTo>
                    <a:pt x="1379791" y="402399"/>
                  </a:lnTo>
                  <a:lnTo>
                    <a:pt x="1367650" y="402399"/>
                  </a:lnTo>
                  <a:lnTo>
                    <a:pt x="1362875" y="407174"/>
                  </a:lnTo>
                  <a:lnTo>
                    <a:pt x="1362875" y="419315"/>
                  </a:lnTo>
                  <a:lnTo>
                    <a:pt x="1367650" y="424091"/>
                  </a:lnTo>
                  <a:lnTo>
                    <a:pt x="1379791" y="424091"/>
                  </a:lnTo>
                  <a:lnTo>
                    <a:pt x="1384554" y="418884"/>
                  </a:lnTo>
                  <a:lnTo>
                    <a:pt x="1384554" y="413245"/>
                  </a:lnTo>
                  <a:lnTo>
                    <a:pt x="1384554" y="407174"/>
                  </a:lnTo>
                  <a:close/>
                </a:path>
                <a:path w="2774950" h="2030729">
                  <a:moveTo>
                    <a:pt x="1394536" y="1229753"/>
                  </a:moveTo>
                  <a:lnTo>
                    <a:pt x="1389761" y="1224991"/>
                  </a:lnTo>
                  <a:lnTo>
                    <a:pt x="1377619" y="1224991"/>
                  </a:lnTo>
                  <a:lnTo>
                    <a:pt x="1372844" y="1229753"/>
                  </a:lnTo>
                  <a:lnTo>
                    <a:pt x="1372844" y="1241894"/>
                  </a:lnTo>
                  <a:lnTo>
                    <a:pt x="1377619" y="1246670"/>
                  </a:lnTo>
                  <a:lnTo>
                    <a:pt x="1389761" y="1246670"/>
                  </a:lnTo>
                  <a:lnTo>
                    <a:pt x="1394536" y="1241463"/>
                  </a:lnTo>
                  <a:lnTo>
                    <a:pt x="1394536" y="1235824"/>
                  </a:lnTo>
                  <a:lnTo>
                    <a:pt x="1394536" y="1229753"/>
                  </a:lnTo>
                  <a:close/>
                </a:path>
                <a:path w="2774950" h="2030729">
                  <a:moveTo>
                    <a:pt x="1395399" y="984758"/>
                  </a:moveTo>
                  <a:lnTo>
                    <a:pt x="1390624" y="979982"/>
                  </a:lnTo>
                  <a:lnTo>
                    <a:pt x="1378483" y="979982"/>
                  </a:lnTo>
                  <a:lnTo>
                    <a:pt x="1373720" y="984758"/>
                  </a:lnTo>
                  <a:lnTo>
                    <a:pt x="1373720" y="996899"/>
                  </a:lnTo>
                  <a:lnTo>
                    <a:pt x="1378483" y="1001674"/>
                  </a:lnTo>
                  <a:lnTo>
                    <a:pt x="1390624" y="1001674"/>
                  </a:lnTo>
                  <a:lnTo>
                    <a:pt x="1395399" y="996467"/>
                  </a:lnTo>
                  <a:lnTo>
                    <a:pt x="1395399" y="990828"/>
                  </a:lnTo>
                  <a:lnTo>
                    <a:pt x="1395399" y="984758"/>
                  </a:lnTo>
                  <a:close/>
                </a:path>
                <a:path w="2774950" h="2030729">
                  <a:moveTo>
                    <a:pt x="1395399" y="853376"/>
                  </a:moveTo>
                  <a:lnTo>
                    <a:pt x="1390624" y="848601"/>
                  </a:lnTo>
                  <a:lnTo>
                    <a:pt x="1378483" y="848601"/>
                  </a:lnTo>
                  <a:lnTo>
                    <a:pt x="1373720" y="853376"/>
                  </a:lnTo>
                  <a:lnTo>
                    <a:pt x="1373720" y="865517"/>
                  </a:lnTo>
                  <a:lnTo>
                    <a:pt x="1378483" y="870280"/>
                  </a:lnTo>
                  <a:lnTo>
                    <a:pt x="1390624" y="870280"/>
                  </a:lnTo>
                  <a:lnTo>
                    <a:pt x="1395399" y="865073"/>
                  </a:lnTo>
                  <a:lnTo>
                    <a:pt x="1395399" y="859447"/>
                  </a:lnTo>
                  <a:lnTo>
                    <a:pt x="1395399" y="853376"/>
                  </a:lnTo>
                  <a:close/>
                </a:path>
                <a:path w="2774950" h="2030729">
                  <a:moveTo>
                    <a:pt x="1395399" y="657377"/>
                  </a:moveTo>
                  <a:lnTo>
                    <a:pt x="1390624" y="652602"/>
                  </a:lnTo>
                  <a:lnTo>
                    <a:pt x="1378483" y="652602"/>
                  </a:lnTo>
                  <a:lnTo>
                    <a:pt x="1373720" y="657377"/>
                  </a:lnTo>
                  <a:lnTo>
                    <a:pt x="1373720" y="669518"/>
                  </a:lnTo>
                  <a:lnTo>
                    <a:pt x="1378483" y="674281"/>
                  </a:lnTo>
                  <a:lnTo>
                    <a:pt x="1390624" y="674281"/>
                  </a:lnTo>
                  <a:lnTo>
                    <a:pt x="1395399" y="669086"/>
                  </a:lnTo>
                  <a:lnTo>
                    <a:pt x="1395399" y="663448"/>
                  </a:lnTo>
                  <a:lnTo>
                    <a:pt x="1395399" y="657377"/>
                  </a:lnTo>
                  <a:close/>
                </a:path>
                <a:path w="2774950" h="2030729">
                  <a:moveTo>
                    <a:pt x="1399730" y="763181"/>
                  </a:moveTo>
                  <a:lnTo>
                    <a:pt x="1394968" y="757974"/>
                  </a:lnTo>
                  <a:lnTo>
                    <a:pt x="1388897" y="758405"/>
                  </a:lnTo>
                  <a:lnTo>
                    <a:pt x="1382826" y="758405"/>
                  </a:lnTo>
                  <a:lnTo>
                    <a:pt x="1378051" y="763181"/>
                  </a:lnTo>
                  <a:lnTo>
                    <a:pt x="1378051" y="775322"/>
                  </a:lnTo>
                  <a:lnTo>
                    <a:pt x="1382826" y="780084"/>
                  </a:lnTo>
                  <a:lnTo>
                    <a:pt x="1394968" y="780084"/>
                  </a:lnTo>
                  <a:lnTo>
                    <a:pt x="1399730" y="774890"/>
                  </a:lnTo>
                  <a:lnTo>
                    <a:pt x="1399730" y="769251"/>
                  </a:lnTo>
                  <a:lnTo>
                    <a:pt x="1399730" y="763181"/>
                  </a:lnTo>
                  <a:close/>
                </a:path>
                <a:path w="2774950" h="2030729">
                  <a:moveTo>
                    <a:pt x="1405369" y="1807337"/>
                  </a:moveTo>
                  <a:lnTo>
                    <a:pt x="1400606" y="1802574"/>
                  </a:lnTo>
                  <a:lnTo>
                    <a:pt x="1388465" y="1802574"/>
                  </a:lnTo>
                  <a:lnTo>
                    <a:pt x="1383690" y="1807337"/>
                  </a:lnTo>
                  <a:lnTo>
                    <a:pt x="1383690" y="1819478"/>
                  </a:lnTo>
                  <a:lnTo>
                    <a:pt x="1388465" y="1824253"/>
                  </a:lnTo>
                  <a:lnTo>
                    <a:pt x="1400606" y="1824253"/>
                  </a:lnTo>
                  <a:lnTo>
                    <a:pt x="1405369" y="1819046"/>
                  </a:lnTo>
                  <a:lnTo>
                    <a:pt x="1405369" y="1813407"/>
                  </a:lnTo>
                  <a:lnTo>
                    <a:pt x="1405369" y="1807337"/>
                  </a:lnTo>
                  <a:close/>
                </a:path>
                <a:path w="2774950" h="2030729">
                  <a:moveTo>
                    <a:pt x="1405369" y="1675955"/>
                  </a:moveTo>
                  <a:lnTo>
                    <a:pt x="1400606" y="1671180"/>
                  </a:lnTo>
                  <a:lnTo>
                    <a:pt x="1388465" y="1671180"/>
                  </a:lnTo>
                  <a:lnTo>
                    <a:pt x="1383690" y="1675955"/>
                  </a:lnTo>
                  <a:lnTo>
                    <a:pt x="1383690" y="1688096"/>
                  </a:lnTo>
                  <a:lnTo>
                    <a:pt x="1388465" y="1692859"/>
                  </a:lnTo>
                  <a:lnTo>
                    <a:pt x="1400606" y="1692859"/>
                  </a:lnTo>
                  <a:lnTo>
                    <a:pt x="1405369" y="1687664"/>
                  </a:lnTo>
                  <a:lnTo>
                    <a:pt x="1405369" y="1682026"/>
                  </a:lnTo>
                  <a:lnTo>
                    <a:pt x="1405369" y="1675955"/>
                  </a:lnTo>
                  <a:close/>
                </a:path>
                <a:path w="2774950" h="2030729">
                  <a:moveTo>
                    <a:pt x="1405369" y="1479956"/>
                  </a:moveTo>
                  <a:lnTo>
                    <a:pt x="1400606" y="1475181"/>
                  </a:lnTo>
                  <a:lnTo>
                    <a:pt x="1388465" y="1475181"/>
                  </a:lnTo>
                  <a:lnTo>
                    <a:pt x="1383690" y="1479956"/>
                  </a:lnTo>
                  <a:lnTo>
                    <a:pt x="1383690" y="1492097"/>
                  </a:lnTo>
                  <a:lnTo>
                    <a:pt x="1388465" y="1496872"/>
                  </a:lnTo>
                  <a:lnTo>
                    <a:pt x="1400606" y="1496872"/>
                  </a:lnTo>
                  <a:lnTo>
                    <a:pt x="1405369" y="1491665"/>
                  </a:lnTo>
                  <a:lnTo>
                    <a:pt x="1405369" y="1486027"/>
                  </a:lnTo>
                  <a:lnTo>
                    <a:pt x="1405369" y="1479956"/>
                  </a:lnTo>
                  <a:close/>
                </a:path>
                <a:path w="2774950" h="2030729">
                  <a:moveTo>
                    <a:pt x="1406232" y="195135"/>
                  </a:moveTo>
                  <a:lnTo>
                    <a:pt x="1401470" y="189928"/>
                  </a:lnTo>
                  <a:lnTo>
                    <a:pt x="1389329" y="189928"/>
                  </a:lnTo>
                  <a:lnTo>
                    <a:pt x="1384554" y="194703"/>
                  </a:lnTo>
                  <a:lnTo>
                    <a:pt x="1384554" y="206844"/>
                  </a:lnTo>
                  <a:lnTo>
                    <a:pt x="1389329" y="211607"/>
                  </a:lnTo>
                  <a:lnTo>
                    <a:pt x="1401470" y="211607"/>
                  </a:lnTo>
                  <a:lnTo>
                    <a:pt x="1406232" y="206400"/>
                  </a:lnTo>
                  <a:lnTo>
                    <a:pt x="1406232" y="200774"/>
                  </a:lnTo>
                  <a:lnTo>
                    <a:pt x="1406232" y="195135"/>
                  </a:lnTo>
                  <a:close/>
                </a:path>
                <a:path w="2774950" h="2030729">
                  <a:moveTo>
                    <a:pt x="1409712" y="1585760"/>
                  </a:moveTo>
                  <a:lnTo>
                    <a:pt x="1404937" y="1580984"/>
                  </a:lnTo>
                  <a:lnTo>
                    <a:pt x="1392796" y="1580984"/>
                  </a:lnTo>
                  <a:lnTo>
                    <a:pt x="1388021" y="1585760"/>
                  </a:lnTo>
                  <a:lnTo>
                    <a:pt x="1388021" y="1597901"/>
                  </a:lnTo>
                  <a:lnTo>
                    <a:pt x="1392796" y="1602676"/>
                  </a:lnTo>
                  <a:lnTo>
                    <a:pt x="1404937" y="1602676"/>
                  </a:lnTo>
                  <a:lnTo>
                    <a:pt x="1409712" y="1597469"/>
                  </a:lnTo>
                  <a:lnTo>
                    <a:pt x="1409712" y="1591830"/>
                  </a:lnTo>
                  <a:lnTo>
                    <a:pt x="1409712" y="1585760"/>
                  </a:lnTo>
                  <a:close/>
                </a:path>
                <a:path w="2774950" h="2030729">
                  <a:moveTo>
                    <a:pt x="1416215" y="1017714"/>
                  </a:moveTo>
                  <a:lnTo>
                    <a:pt x="1411439" y="1012507"/>
                  </a:lnTo>
                  <a:lnTo>
                    <a:pt x="1405369" y="1012939"/>
                  </a:lnTo>
                  <a:lnTo>
                    <a:pt x="1399298" y="1012939"/>
                  </a:lnTo>
                  <a:lnTo>
                    <a:pt x="1394536" y="1017714"/>
                  </a:lnTo>
                  <a:lnTo>
                    <a:pt x="1394536" y="1029855"/>
                  </a:lnTo>
                  <a:lnTo>
                    <a:pt x="1399298" y="1034630"/>
                  </a:lnTo>
                  <a:lnTo>
                    <a:pt x="1411439" y="1034630"/>
                  </a:lnTo>
                  <a:lnTo>
                    <a:pt x="1416215" y="1029423"/>
                  </a:lnTo>
                  <a:lnTo>
                    <a:pt x="1416215" y="1023785"/>
                  </a:lnTo>
                  <a:lnTo>
                    <a:pt x="1416215" y="1017714"/>
                  </a:lnTo>
                  <a:close/>
                </a:path>
                <a:path w="2774950" h="2030729">
                  <a:moveTo>
                    <a:pt x="1417078" y="1065415"/>
                  </a:moveTo>
                  <a:lnTo>
                    <a:pt x="1412303" y="1060640"/>
                  </a:lnTo>
                  <a:lnTo>
                    <a:pt x="1400162" y="1060640"/>
                  </a:lnTo>
                  <a:lnTo>
                    <a:pt x="1395399" y="1065415"/>
                  </a:lnTo>
                  <a:lnTo>
                    <a:pt x="1395399" y="1077556"/>
                  </a:lnTo>
                  <a:lnTo>
                    <a:pt x="1400162" y="1082319"/>
                  </a:lnTo>
                  <a:lnTo>
                    <a:pt x="1412303" y="1082319"/>
                  </a:lnTo>
                  <a:lnTo>
                    <a:pt x="1417078" y="1077125"/>
                  </a:lnTo>
                  <a:lnTo>
                    <a:pt x="1417078" y="1071486"/>
                  </a:lnTo>
                  <a:lnTo>
                    <a:pt x="1417078" y="1065415"/>
                  </a:lnTo>
                  <a:close/>
                </a:path>
                <a:path w="2774950" h="2030729">
                  <a:moveTo>
                    <a:pt x="1427048" y="1887994"/>
                  </a:moveTo>
                  <a:lnTo>
                    <a:pt x="1422285" y="1883219"/>
                  </a:lnTo>
                  <a:lnTo>
                    <a:pt x="1410144" y="1883219"/>
                  </a:lnTo>
                  <a:lnTo>
                    <a:pt x="1405369" y="1887994"/>
                  </a:lnTo>
                  <a:lnTo>
                    <a:pt x="1405369" y="1900135"/>
                  </a:lnTo>
                  <a:lnTo>
                    <a:pt x="1410144" y="1904911"/>
                  </a:lnTo>
                  <a:lnTo>
                    <a:pt x="1422285" y="1904911"/>
                  </a:lnTo>
                  <a:lnTo>
                    <a:pt x="1427048" y="1899704"/>
                  </a:lnTo>
                  <a:lnTo>
                    <a:pt x="1427048" y="1894065"/>
                  </a:lnTo>
                  <a:lnTo>
                    <a:pt x="1427048" y="1887994"/>
                  </a:lnTo>
                  <a:close/>
                </a:path>
                <a:path w="2774950" h="2030729">
                  <a:moveTo>
                    <a:pt x="1427924" y="496493"/>
                  </a:moveTo>
                  <a:lnTo>
                    <a:pt x="1423149" y="491731"/>
                  </a:lnTo>
                  <a:lnTo>
                    <a:pt x="1411008" y="491731"/>
                  </a:lnTo>
                  <a:lnTo>
                    <a:pt x="1406232" y="496493"/>
                  </a:lnTo>
                  <a:lnTo>
                    <a:pt x="1406232" y="508635"/>
                  </a:lnTo>
                  <a:lnTo>
                    <a:pt x="1411008" y="513410"/>
                  </a:lnTo>
                  <a:lnTo>
                    <a:pt x="1423149" y="513410"/>
                  </a:lnTo>
                  <a:lnTo>
                    <a:pt x="1427924" y="508203"/>
                  </a:lnTo>
                  <a:lnTo>
                    <a:pt x="1427924" y="502564"/>
                  </a:lnTo>
                  <a:lnTo>
                    <a:pt x="1427924" y="496493"/>
                  </a:lnTo>
                  <a:close/>
                </a:path>
                <a:path w="2774950" h="2030729">
                  <a:moveTo>
                    <a:pt x="1437894" y="1319085"/>
                  </a:moveTo>
                  <a:lnTo>
                    <a:pt x="1433118" y="1314310"/>
                  </a:lnTo>
                  <a:lnTo>
                    <a:pt x="1420977" y="1314310"/>
                  </a:lnTo>
                  <a:lnTo>
                    <a:pt x="1416215" y="1319085"/>
                  </a:lnTo>
                  <a:lnTo>
                    <a:pt x="1416215" y="1331226"/>
                  </a:lnTo>
                  <a:lnTo>
                    <a:pt x="1420977" y="1335989"/>
                  </a:lnTo>
                  <a:lnTo>
                    <a:pt x="1433118" y="1335989"/>
                  </a:lnTo>
                  <a:lnTo>
                    <a:pt x="1437894" y="1330794"/>
                  </a:lnTo>
                  <a:lnTo>
                    <a:pt x="1437894" y="1325156"/>
                  </a:lnTo>
                  <a:lnTo>
                    <a:pt x="1437894" y="1319085"/>
                  </a:lnTo>
                  <a:close/>
                </a:path>
                <a:path w="2774950" h="2030729">
                  <a:moveTo>
                    <a:pt x="1438757" y="711149"/>
                  </a:moveTo>
                  <a:lnTo>
                    <a:pt x="1433563" y="706374"/>
                  </a:lnTo>
                  <a:lnTo>
                    <a:pt x="1421853" y="706374"/>
                  </a:lnTo>
                  <a:lnTo>
                    <a:pt x="1417078" y="711149"/>
                  </a:lnTo>
                  <a:lnTo>
                    <a:pt x="1417078" y="723290"/>
                  </a:lnTo>
                  <a:lnTo>
                    <a:pt x="1421853" y="728052"/>
                  </a:lnTo>
                  <a:lnTo>
                    <a:pt x="1433995" y="728052"/>
                  </a:lnTo>
                  <a:lnTo>
                    <a:pt x="1438757" y="722845"/>
                  </a:lnTo>
                  <a:lnTo>
                    <a:pt x="1438757" y="717219"/>
                  </a:lnTo>
                  <a:lnTo>
                    <a:pt x="1438757" y="711149"/>
                  </a:lnTo>
                  <a:close/>
                </a:path>
                <a:path w="2774950" h="2030729">
                  <a:moveTo>
                    <a:pt x="1438757" y="592328"/>
                  </a:moveTo>
                  <a:lnTo>
                    <a:pt x="1433563" y="587565"/>
                  </a:lnTo>
                  <a:lnTo>
                    <a:pt x="1421853" y="587565"/>
                  </a:lnTo>
                  <a:lnTo>
                    <a:pt x="1417078" y="592328"/>
                  </a:lnTo>
                  <a:lnTo>
                    <a:pt x="1417078" y="604469"/>
                  </a:lnTo>
                  <a:lnTo>
                    <a:pt x="1421853" y="609244"/>
                  </a:lnTo>
                  <a:lnTo>
                    <a:pt x="1433995" y="609244"/>
                  </a:lnTo>
                  <a:lnTo>
                    <a:pt x="1438757" y="604037"/>
                  </a:lnTo>
                  <a:lnTo>
                    <a:pt x="1438757" y="598398"/>
                  </a:lnTo>
                  <a:lnTo>
                    <a:pt x="1438757" y="592328"/>
                  </a:lnTo>
                  <a:close/>
                </a:path>
                <a:path w="2774950" h="2030729">
                  <a:moveTo>
                    <a:pt x="1443101" y="359905"/>
                  </a:moveTo>
                  <a:lnTo>
                    <a:pt x="1437894" y="354711"/>
                  </a:lnTo>
                  <a:lnTo>
                    <a:pt x="1432255" y="355142"/>
                  </a:lnTo>
                  <a:lnTo>
                    <a:pt x="1426184" y="355142"/>
                  </a:lnTo>
                  <a:lnTo>
                    <a:pt x="1421422" y="359905"/>
                  </a:lnTo>
                  <a:lnTo>
                    <a:pt x="1421422" y="372046"/>
                  </a:lnTo>
                  <a:lnTo>
                    <a:pt x="1426184" y="376821"/>
                  </a:lnTo>
                  <a:lnTo>
                    <a:pt x="1438325" y="376821"/>
                  </a:lnTo>
                  <a:lnTo>
                    <a:pt x="1443101" y="371614"/>
                  </a:lnTo>
                  <a:lnTo>
                    <a:pt x="1443101" y="365975"/>
                  </a:lnTo>
                  <a:lnTo>
                    <a:pt x="1443101" y="359905"/>
                  </a:lnTo>
                  <a:close/>
                </a:path>
                <a:path w="2774950" h="2030729">
                  <a:moveTo>
                    <a:pt x="1443101" y="264515"/>
                  </a:moveTo>
                  <a:lnTo>
                    <a:pt x="1437894" y="259740"/>
                  </a:lnTo>
                  <a:lnTo>
                    <a:pt x="1426184" y="259740"/>
                  </a:lnTo>
                  <a:lnTo>
                    <a:pt x="1421422" y="264515"/>
                  </a:lnTo>
                  <a:lnTo>
                    <a:pt x="1421422" y="276656"/>
                  </a:lnTo>
                  <a:lnTo>
                    <a:pt x="1426184" y="281419"/>
                  </a:lnTo>
                  <a:lnTo>
                    <a:pt x="1438325" y="281419"/>
                  </a:lnTo>
                  <a:lnTo>
                    <a:pt x="1443101" y="276225"/>
                  </a:lnTo>
                  <a:lnTo>
                    <a:pt x="1443101" y="270586"/>
                  </a:lnTo>
                  <a:lnTo>
                    <a:pt x="1443101" y="264515"/>
                  </a:lnTo>
                  <a:close/>
                </a:path>
                <a:path w="2774950" h="2030729">
                  <a:moveTo>
                    <a:pt x="1448739" y="1533728"/>
                  </a:moveTo>
                  <a:lnTo>
                    <a:pt x="1443532" y="1528953"/>
                  </a:lnTo>
                  <a:lnTo>
                    <a:pt x="1431823" y="1528953"/>
                  </a:lnTo>
                  <a:lnTo>
                    <a:pt x="1427048" y="1533728"/>
                  </a:lnTo>
                  <a:lnTo>
                    <a:pt x="1427048" y="1545869"/>
                  </a:lnTo>
                  <a:lnTo>
                    <a:pt x="1431823" y="1550631"/>
                  </a:lnTo>
                  <a:lnTo>
                    <a:pt x="1443964" y="1550631"/>
                  </a:lnTo>
                  <a:lnTo>
                    <a:pt x="1448739" y="1545437"/>
                  </a:lnTo>
                  <a:lnTo>
                    <a:pt x="1448739" y="1539798"/>
                  </a:lnTo>
                  <a:lnTo>
                    <a:pt x="1448739" y="1533728"/>
                  </a:lnTo>
                  <a:close/>
                </a:path>
                <a:path w="2774950" h="2030729">
                  <a:moveTo>
                    <a:pt x="1448739" y="1414907"/>
                  </a:moveTo>
                  <a:lnTo>
                    <a:pt x="1443532" y="1410144"/>
                  </a:lnTo>
                  <a:lnTo>
                    <a:pt x="1431823" y="1410144"/>
                  </a:lnTo>
                  <a:lnTo>
                    <a:pt x="1427048" y="1414907"/>
                  </a:lnTo>
                  <a:lnTo>
                    <a:pt x="1427048" y="1427048"/>
                  </a:lnTo>
                  <a:lnTo>
                    <a:pt x="1431823" y="1431823"/>
                  </a:lnTo>
                  <a:lnTo>
                    <a:pt x="1443964" y="1431823"/>
                  </a:lnTo>
                  <a:lnTo>
                    <a:pt x="1448739" y="1426616"/>
                  </a:lnTo>
                  <a:lnTo>
                    <a:pt x="1448739" y="1420977"/>
                  </a:lnTo>
                  <a:lnTo>
                    <a:pt x="1448739" y="1414907"/>
                  </a:lnTo>
                  <a:close/>
                </a:path>
                <a:path w="2774950" h="2030729">
                  <a:moveTo>
                    <a:pt x="1449603" y="791794"/>
                  </a:moveTo>
                  <a:lnTo>
                    <a:pt x="1444396" y="786587"/>
                  </a:lnTo>
                  <a:lnTo>
                    <a:pt x="1438757" y="787031"/>
                  </a:lnTo>
                  <a:lnTo>
                    <a:pt x="1432687" y="787031"/>
                  </a:lnTo>
                  <a:lnTo>
                    <a:pt x="1427924" y="791794"/>
                  </a:lnTo>
                  <a:lnTo>
                    <a:pt x="1427924" y="803935"/>
                  </a:lnTo>
                  <a:lnTo>
                    <a:pt x="1432687" y="808710"/>
                  </a:lnTo>
                  <a:lnTo>
                    <a:pt x="1444828" y="808710"/>
                  </a:lnTo>
                  <a:lnTo>
                    <a:pt x="1449603" y="803503"/>
                  </a:lnTo>
                  <a:lnTo>
                    <a:pt x="1449603" y="797864"/>
                  </a:lnTo>
                  <a:lnTo>
                    <a:pt x="1449603" y="791794"/>
                  </a:lnTo>
                  <a:close/>
                </a:path>
                <a:path w="2774950" h="2030729">
                  <a:moveTo>
                    <a:pt x="1453070" y="1182497"/>
                  </a:moveTo>
                  <a:lnTo>
                    <a:pt x="1447863" y="1177721"/>
                  </a:lnTo>
                  <a:lnTo>
                    <a:pt x="1436154" y="1177721"/>
                  </a:lnTo>
                  <a:lnTo>
                    <a:pt x="1431391" y="1182497"/>
                  </a:lnTo>
                  <a:lnTo>
                    <a:pt x="1431391" y="1194638"/>
                  </a:lnTo>
                  <a:lnTo>
                    <a:pt x="1436154" y="1199400"/>
                  </a:lnTo>
                  <a:lnTo>
                    <a:pt x="1448295" y="1199400"/>
                  </a:lnTo>
                  <a:lnTo>
                    <a:pt x="1453070" y="1194193"/>
                  </a:lnTo>
                  <a:lnTo>
                    <a:pt x="1453070" y="1188567"/>
                  </a:lnTo>
                  <a:lnTo>
                    <a:pt x="1453070" y="1182497"/>
                  </a:lnTo>
                  <a:close/>
                </a:path>
                <a:path w="2774950" h="2030729">
                  <a:moveTo>
                    <a:pt x="1453070" y="1087094"/>
                  </a:moveTo>
                  <a:lnTo>
                    <a:pt x="1447863" y="1082319"/>
                  </a:lnTo>
                  <a:lnTo>
                    <a:pt x="1436154" y="1082319"/>
                  </a:lnTo>
                  <a:lnTo>
                    <a:pt x="1431391" y="1087094"/>
                  </a:lnTo>
                  <a:lnTo>
                    <a:pt x="1431391" y="1099235"/>
                  </a:lnTo>
                  <a:lnTo>
                    <a:pt x="1436154" y="1104011"/>
                  </a:lnTo>
                  <a:lnTo>
                    <a:pt x="1448295" y="1104011"/>
                  </a:lnTo>
                  <a:lnTo>
                    <a:pt x="1453070" y="1098804"/>
                  </a:lnTo>
                  <a:lnTo>
                    <a:pt x="1453070" y="1093165"/>
                  </a:lnTo>
                  <a:lnTo>
                    <a:pt x="1453070" y="1087094"/>
                  </a:lnTo>
                  <a:close/>
                </a:path>
                <a:path w="2774950" h="2030729">
                  <a:moveTo>
                    <a:pt x="1453934" y="891959"/>
                  </a:moveTo>
                  <a:lnTo>
                    <a:pt x="1448739" y="887196"/>
                  </a:lnTo>
                  <a:lnTo>
                    <a:pt x="1437030" y="887196"/>
                  </a:lnTo>
                  <a:lnTo>
                    <a:pt x="1432255" y="891959"/>
                  </a:lnTo>
                  <a:lnTo>
                    <a:pt x="1432255" y="904100"/>
                  </a:lnTo>
                  <a:lnTo>
                    <a:pt x="1437030" y="908875"/>
                  </a:lnTo>
                  <a:lnTo>
                    <a:pt x="1449171" y="908875"/>
                  </a:lnTo>
                  <a:lnTo>
                    <a:pt x="1453934" y="903668"/>
                  </a:lnTo>
                  <a:lnTo>
                    <a:pt x="1453934" y="898029"/>
                  </a:lnTo>
                  <a:lnTo>
                    <a:pt x="1453934" y="891959"/>
                  </a:lnTo>
                  <a:close/>
                </a:path>
                <a:path w="2774950" h="2030729">
                  <a:moveTo>
                    <a:pt x="2774696" y="67919"/>
                  </a:moveTo>
                  <a:lnTo>
                    <a:pt x="2769057" y="47180"/>
                  </a:lnTo>
                  <a:lnTo>
                    <a:pt x="2755239" y="29489"/>
                  </a:lnTo>
                  <a:lnTo>
                    <a:pt x="2736392" y="18656"/>
                  </a:lnTo>
                  <a:lnTo>
                    <a:pt x="2715399" y="16040"/>
                  </a:lnTo>
                  <a:lnTo>
                    <a:pt x="2694813" y="21564"/>
                  </a:lnTo>
                  <a:lnTo>
                    <a:pt x="2646032" y="73990"/>
                  </a:lnTo>
                  <a:lnTo>
                    <a:pt x="2618232" y="114973"/>
                  </a:lnTo>
                  <a:lnTo>
                    <a:pt x="2593873" y="157873"/>
                  </a:lnTo>
                  <a:lnTo>
                    <a:pt x="2573032" y="202463"/>
                  </a:lnTo>
                  <a:lnTo>
                    <a:pt x="2555798" y="248526"/>
                  </a:lnTo>
                  <a:lnTo>
                    <a:pt x="2542248" y="295846"/>
                  </a:lnTo>
                  <a:lnTo>
                    <a:pt x="2532469" y="344208"/>
                  </a:lnTo>
                  <a:lnTo>
                    <a:pt x="2526550" y="393382"/>
                  </a:lnTo>
                  <a:lnTo>
                    <a:pt x="2524556" y="443166"/>
                  </a:lnTo>
                  <a:lnTo>
                    <a:pt x="2524556" y="1753133"/>
                  </a:lnTo>
                  <a:lnTo>
                    <a:pt x="2518575" y="1797240"/>
                  </a:lnTo>
                  <a:lnTo>
                    <a:pt x="2501709" y="1836966"/>
                  </a:lnTo>
                  <a:lnTo>
                    <a:pt x="2475611" y="1870710"/>
                  </a:lnTo>
                  <a:lnTo>
                    <a:pt x="2441879" y="1896808"/>
                  </a:lnTo>
                  <a:lnTo>
                    <a:pt x="2402141" y="1913674"/>
                  </a:lnTo>
                  <a:lnTo>
                    <a:pt x="2358047" y="1919643"/>
                  </a:lnTo>
                  <a:lnTo>
                    <a:pt x="1491234" y="1919643"/>
                  </a:lnTo>
                  <a:lnTo>
                    <a:pt x="1491234" y="32524"/>
                  </a:lnTo>
                  <a:lnTo>
                    <a:pt x="1491234" y="7378"/>
                  </a:lnTo>
                  <a:lnTo>
                    <a:pt x="1483855" y="0"/>
                  </a:lnTo>
                  <a:lnTo>
                    <a:pt x="1458277" y="0"/>
                  </a:lnTo>
                  <a:lnTo>
                    <a:pt x="1458277" y="32524"/>
                  </a:lnTo>
                  <a:lnTo>
                    <a:pt x="1458277" y="1613522"/>
                  </a:lnTo>
                  <a:lnTo>
                    <a:pt x="1454365" y="1609610"/>
                  </a:lnTo>
                  <a:lnTo>
                    <a:pt x="1442224" y="1609610"/>
                  </a:lnTo>
                  <a:lnTo>
                    <a:pt x="1437462" y="1614373"/>
                  </a:lnTo>
                  <a:lnTo>
                    <a:pt x="1437462" y="1626514"/>
                  </a:lnTo>
                  <a:lnTo>
                    <a:pt x="1442224" y="1631289"/>
                  </a:lnTo>
                  <a:lnTo>
                    <a:pt x="1454365" y="1631289"/>
                  </a:lnTo>
                  <a:lnTo>
                    <a:pt x="1458277" y="1627035"/>
                  </a:lnTo>
                  <a:lnTo>
                    <a:pt x="1458277" y="1709813"/>
                  </a:lnTo>
                  <a:lnTo>
                    <a:pt x="1452638" y="1710207"/>
                  </a:lnTo>
                  <a:lnTo>
                    <a:pt x="1446568" y="1710207"/>
                  </a:lnTo>
                  <a:lnTo>
                    <a:pt x="1441792" y="1714982"/>
                  </a:lnTo>
                  <a:lnTo>
                    <a:pt x="1441792" y="1727123"/>
                  </a:lnTo>
                  <a:lnTo>
                    <a:pt x="1446568" y="1731886"/>
                  </a:lnTo>
                  <a:lnTo>
                    <a:pt x="1458277" y="1731886"/>
                  </a:lnTo>
                  <a:lnTo>
                    <a:pt x="1458277" y="1919643"/>
                  </a:lnTo>
                  <a:lnTo>
                    <a:pt x="1316482" y="1919643"/>
                  </a:lnTo>
                  <a:lnTo>
                    <a:pt x="1316482" y="923632"/>
                  </a:lnTo>
                  <a:lnTo>
                    <a:pt x="1318641" y="925791"/>
                  </a:lnTo>
                  <a:lnTo>
                    <a:pt x="1330794" y="925791"/>
                  </a:lnTo>
                  <a:lnTo>
                    <a:pt x="1335557" y="920584"/>
                  </a:lnTo>
                  <a:lnTo>
                    <a:pt x="1335557" y="914946"/>
                  </a:lnTo>
                  <a:lnTo>
                    <a:pt x="1335557" y="908875"/>
                  </a:lnTo>
                  <a:lnTo>
                    <a:pt x="1330794" y="904100"/>
                  </a:lnTo>
                  <a:lnTo>
                    <a:pt x="1318641" y="904100"/>
                  </a:lnTo>
                  <a:lnTo>
                    <a:pt x="1316482" y="906272"/>
                  </a:lnTo>
                  <a:lnTo>
                    <a:pt x="1316482" y="814793"/>
                  </a:lnTo>
                  <a:lnTo>
                    <a:pt x="1318641" y="816952"/>
                  </a:lnTo>
                  <a:lnTo>
                    <a:pt x="1330794" y="816952"/>
                  </a:lnTo>
                  <a:lnTo>
                    <a:pt x="1335557" y="811745"/>
                  </a:lnTo>
                  <a:lnTo>
                    <a:pt x="1335557" y="806107"/>
                  </a:lnTo>
                  <a:lnTo>
                    <a:pt x="1335557" y="800036"/>
                  </a:lnTo>
                  <a:lnTo>
                    <a:pt x="1330794" y="795261"/>
                  </a:lnTo>
                  <a:lnTo>
                    <a:pt x="1318641" y="795261"/>
                  </a:lnTo>
                  <a:lnTo>
                    <a:pt x="1316482" y="797433"/>
                  </a:lnTo>
                  <a:lnTo>
                    <a:pt x="1316482" y="32524"/>
                  </a:lnTo>
                  <a:lnTo>
                    <a:pt x="1458277" y="32524"/>
                  </a:lnTo>
                  <a:lnTo>
                    <a:pt x="1458277" y="0"/>
                  </a:lnTo>
                  <a:lnTo>
                    <a:pt x="1291323" y="0"/>
                  </a:lnTo>
                  <a:lnTo>
                    <a:pt x="1283957" y="7378"/>
                  </a:lnTo>
                  <a:lnTo>
                    <a:pt x="1283957" y="1919643"/>
                  </a:lnTo>
                  <a:lnTo>
                    <a:pt x="416712" y="1919643"/>
                  </a:lnTo>
                  <a:lnTo>
                    <a:pt x="372452" y="1913674"/>
                  </a:lnTo>
                  <a:lnTo>
                    <a:pt x="332689" y="1896808"/>
                  </a:lnTo>
                  <a:lnTo>
                    <a:pt x="298983" y="1870710"/>
                  </a:lnTo>
                  <a:lnTo>
                    <a:pt x="272948" y="1836966"/>
                  </a:lnTo>
                  <a:lnTo>
                    <a:pt x="256146" y="1797240"/>
                  </a:lnTo>
                  <a:lnTo>
                    <a:pt x="250202" y="1753133"/>
                  </a:lnTo>
                  <a:lnTo>
                    <a:pt x="250202" y="443598"/>
                  </a:lnTo>
                  <a:lnTo>
                    <a:pt x="248208" y="393814"/>
                  </a:lnTo>
                  <a:lnTo>
                    <a:pt x="242277" y="344639"/>
                  </a:lnTo>
                  <a:lnTo>
                    <a:pt x="232486" y="296278"/>
                  </a:lnTo>
                  <a:lnTo>
                    <a:pt x="218922" y="248958"/>
                  </a:lnTo>
                  <a:lnTo>
                    <a:pt x="201650" y="202895"/>
                  </a:lnTo>
                  <a:lnTo>
                    <a:pt x="180759" y="158305"/>
                  </a:lnTo>
                  <a:lnTo>
                    <a:pt x="156324" y="115404"/>
                  </a:lnTo>
                  <a:lnTo>
                    <a:pt x="128422" y="74422"/>
                  </a:lnTo>
                  <a:lnTo>
                    <a:pt x="97129" y="35560"/>
                  </a:lnTo>
                  <a:lnTo>
                    <a:pt x="59410" y="16484"/>
                  </a:lnTo>
                  <a:lnTo>
                    <a:pt x="38354" y="19100"/>
                  </a:lnTo>
                  <a:lnTo>
                    <a:pt x="19075" y="29921"/>
                  </a:lnTo>
                  <a:lnTo>
                    <a:pt x="5511" y="47358"/>
                  </a:lnTo>
                  <a:lnTo>
                    <a:pt x="0" y="67970"/>
                  </a:lnTo>
                  <a:lnTo>
                    <a:pt x="2616" y="89065"/>
                  </a:lnTo>
                  <a:lnTo>
                    <a:pt x="13449" y="107975"/>
                  </a:lnTo>
                  <a:lnTo>
                    <a:pt x="45961" y="149428"/>
                  </a:lnTo>
                  <a:lnTo>
                    <a:pt x="73914" y="193649"/>
                  </a:lnTo>
                  <a:lnTo>
                    <a:pt x="97155" y="240258"/>
                  </a:lnTo>
                  <a:lnTo>
                    <a:pt x="115493" y="288886"/>
                  </a:lnTo>
                  <a:lnTo>
                    <a:pt x="128790" y="339166"/>
                  </a:lnTo>
                  <a:lnTo>
                    <a:pt x="136893" y="390715"/>
                  </a:lnTo>
                  <a:lnTo>
                    <a:pt x="139623" y="443166"/>
                  </a:lnTo>
                  <a:lnTo>
                    <a:pt x="139623" y="1753133"/>
                  </a:lnTo>
                  <a:lnTo>
                    <a:pt x="144106" y="1802968"/>
                  </a:lnTo>
                  <a:lnTo>
                    <a:pt x="157010" y="1849894"/>
                  </a:lnTo>
                  <a:lnTo>
                    <a:pt x="177558" y="1893112"/>
                  </a:lnTo>
                  <a:lnTo>
                    <a:pt x="204965" y="1931860"/>
                  </a:lnTo>
                  <a:lnTo>
                    <a:pt x="238429" y="1965325"/>
                  </a:lnTo>
                  <a:lnTo>
                    <a:pt x="277164" y="1992718"/>
                  </a:lnTo>
                  <a:lnTo>
                    <a:pt x="320395" y="2013267"/>
                  </a:lnTo>
                  <a:lnTo>
                    <a:pt x="367309" y="2026183"/>
                  </a:lnTo>
                  <a:lnTo>
                    <a:pt x="417144" y="2030653"/>
                  </a:lnTo>
                  <a:lnTo>
                    <a:pt x="2358479" y="2030653"/>
                  </a:lnTo>
                  <a:lnTo>
                    <a:pt x="2408186" y="2026183"/>
                  </a:lnTo>
                  <a:lnTo>
                    <a:pt x="2455049" y="2013267"/>
                  </a:lnTo>
                  <a:lnTo>
                    <a:pt x="2498267" y="1992718"/>
                  </a:lnTo>
                  <a:lnTo>
                    <a:pt x="2537015" y="1965325"/>
                  </a:lnTo>
                  <a:lnTo>
                    <a:pt x="2570518" y="1931860"/>
                  </a:lnTo>
                  <a:lnTo>
                    <a:pt x="2597962" y="1893112"/>
                  </a:lnTo>
                  <a:lnTo>
                    <a:pt x="2618562" y="1849894"/>
                  </a:lnTo>
                  <a:lnTo>
                    <a:pt x="2631503" y="1802968"/>
                  </a:lnTo>
                  <a:lnTo>
                    <a:pt x="2635999" y="1753133"/>
                  </a:lnTo>
                  <a:lnTo>
                    <a:pt x="2635999" y="443166"/>
                  </a:lnTo>
                  <a:lnTo>
                    <a:pt x="2638679" y="390715"/>
                  </a:lnTo>
                  <a:lnTo>
                    <a:pt x="2646654" y="339166"/>
                  </a:lnTo>
                  <a:lnTo>
                    <a:pt x="2659786" y="288886"/>
                  </a:lnTo>
                  <a:lnTo>
                    <a:pt x="2677947" y="240258"/>
                  </a:lnTo>
                  <a:lnTo>
                    <a:pt x="2701010" y="193649"/>
                  </a:lnTo>
                  <a:lnTo>
                    <a:pt x="2728836" y="149428"/>
                  </a:lnTo>
                  <a:lnTo>
                    <a:pt x="2761310" y="107975"/>
                  </a:lnTo>
                  <a:lnTo>
                    <a:pt x="2772130" y="89065"/>
                  </a:lnTo>
                  <a:lnTo>
                    <a:pt x="2774696" y="679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21992" y="4258817"/>
              <a:ext cx="617220" cy="899160"/>
            </a:xfrm>
            <a:custGeom>
              <a:avLst/>
              <a:gdLst/>
              <a:ahLst/>
              <a:cxnLst/>
              <a:rect l="l" t="t" r="r" b="b"/>
              <a:pathLst>
                <a:path w="617219" h="899160">
                  <a:moveTo>
                    <a:pt x="30784" y="470484"/>
                  </a:moveTo>
                  <a:lnTo>
                    <a:pt x="23850" y="463550"/>
                  </a:lnTo>
                  <a:lnTo>
                    <a:pt x="6934" y="463550"/>
                  </a:lnTo>
                  <a:lnTo>
                    <a:pt x="0" y="470484"/>
                  </a:lnTo>
                  <a:lnTo>
                    <a:pt x="0" y="487400"/>
                  </a:lnTo>
                  <a:lnTo>
                    <a:pt x="6934" y="494334"/>
                  </a:lnTo>
                  <a:lnTo>
                    <a:pt x="23850" y="494334"/>
                  </a:lnTo>
                  <a:lnTo>
                    <a:pt x="30784" y="487400"/>
                  </a:lnTo>
                  <a:lnTo>
                    <a:pt x="30784" y="479158"/>
                  </a:lnTo>
                  <a:lnTo>
                    <a:pt x="30784" y="470484"/>
                  </a:lnTo>
                  <a:close/>
                </a:path>
                <a:path w="617219" h="899160">
                  <a:moveTo>
                    <a:pt x="92798" y="710285"/>
                  </a:moveTo>
                  <a:lnTo>
                    <a:pt x="85852" y="703338"/>
                  </a:lnTo>
                  <a:lnTo>
                    <a:pt x="68948" y="703338"/>
                  </a:lnTo>
                  <a:lnTo>
                    <a:pt x="62014" y="710285"/>
                  </a:lnTo>
                  <a:lnTo>
                    <a:pt x="62014" y="727189"/>
                  </a:lnTo>
                  <a:lnTo>
                    <a:pt x="68948" y="734123"/>
                  </a:lnTo>
                  <a:lnTo>
                    <a:pt x="85852" y="734123"/>
                  </a:lnTo>
                  <a:lnTo>
                    <a:pt x="92798" y="727189"/>
                  </a:lnTo>
                  <a:lnTo>
                    <a:pt x="92798" y="718947"/>
                  </a:lnTo>
                  <a:lnTo>
                    <a:pt x="92798" y="710285"/>
                  </a:lnTo>
                  <a:close/>
                </a:path>
                <a:path w="617219" h="899160">
                  <a:moveTo>
                    <a:pt x="107975" y="6946"/>
                  </a:moveTo>
                  <a:lnTo>
                    <a:pt x="101028" y="0"/>
                  </a:lnTo>
                  <a:lnTo>
                    <a:pt x="84124" y="0"/>
                  </a:lnTo>
                  <a:lnTo>
                    <a:pt x="77190" y="6946"/>
                  </a:lnTo>
                  <a:lnTo>
                    <a:pt x="77190" y="23850"/>
                  </a:lnTo>
                  <a:lnTo>
                    <a:pt x="84124" y="30797"/>
                  </a:lnTo>
                  <a:lnTo>
                    <a:pt x="101028" y="30797"/>
                  </a:lnTo>
                  <a:lnTo>
                    <a:pt x="107975" y="23850"/>
                  </a:lnTo>
                  <a:lnTo>
                    <a:pt x="107975" y="15621"/>
                  </a:lnTo>
                  <a:lnTo>
                    <a:pt x="107975" y="6946"/>
                  </a:lnTo>
                  <a:close/>
                </a:path>
                <a:path w="617219" h="899160">
                  <a:moveTo>
                    <a:pt x="169976" y="875055"/>
                  </a:moveTo>
                  <a:lnTo>
                    <a:pt x="163042" y="868121"/>
                  </a:lnTo>
                  <a:lnTo>
                    <a:pt x="146126" y="868121"/>
                  </a:lnTo>
                  <a:lnTo>
                    <a:pt x="139192" y="875055"/>
                  </a:lnTo>
                  <a:lnTo>
                    <a:pt x="139192" y="891971"/>
                  </a:lnTo>
                  <a:lnTo>
                    <a:pt x="146126" y="898906"/>
                  </a:lnTo>
                  <a:lnTo>
                    <a:pt x="163042" y="898906"/>
                  </a:lnTo>
                  <a:lnTo>
                    <a:pt x="169976" y="891971"/>
                  </a:lnTo>
                  <a:lnTo>
                    <a:pt x="169976" y="883729"/>
                  </a:lnTo>
                  <a:lnTo>
                    <a:pt x="169976" y="875055"/>
                  </a:lnTo>
                  <a:close/>
                </a:path>
                <a:path w="617219" h="899160">
                  <a:moveTo>
                    <a:pt x="211175" y="6946"/>
                  </a:moveTo>
                  <a:lnTo>
                    <a:pt x="204241" y="0"/>
                  </a:lnTo>
                  <a:lnTo>
                    <a:pt x="187325" y="0"/>
                  </a:lnTo>
                  <a:lnTo>
                    <a:pt x="180390" y="6946"/>
                  </a:lnTo>
                  <a:lnTo>
                    <a:pt x="180390" y="23850"/>
                  </a:lnTo>
                  <a:lnTo>
                    <a:pt x="187325" y="30797"/>
                  </a:lnTo>
                  <a:lnTo>
                    <a:pt x="204241" y="30797"/>
                  </a:lnTo>
                  <a:lnTo>
                    <a:pt x="211175" y="23850"/>
                  </a:lnTo>
                  <a:lnTo>
                    <a:pt x="211175" y="15621"/>
                  </a:lnTo>
                  <a:lnTo>
                    <a:pt x="211175" y="6946"/>
                  </a:lnTo>
                  <a:close/>
                </a:path>
                <a:path w="617219" h="899160">
                  <a:moveTo>
                    <a:pt x="242392" y="461378"/>
                  </a:moveTo>
                  <a:lnTo>
                    <a:pt x="235458" y="454444"/>
                  </a:lnTo>
                  <a:lnTo>
                    <a:pt x="218541" y="454444"/>
                  </a:lnTo>
                  <a:lnTo>
                    <a:pt x="211607" y="461378"/>
                  </a:lnTo>
                  <a:lnTo>
                    <a:pt x="211607" y="478294"/>
                  </a:lnTo>
                  <a:lnTo>
                    <a:pt x="218541" y="485228"/>
                  </a:lnTo>
                  <a:lnTo>
                    <a:pt x="235458" y="485228"/>
                  </a:lnTo>
                  <a:lnTo>
                    <a:pt x="242392" y="478294"/>
                  </a:lnTo>
                  <a:lnTo>
                    <a:pt x="242392" y="470052"/>
                  </a:lnTo>
                  <a:lnTo>
                    <a:pt x="242392" y="461378"/>
                  </a:lnTo>
                  <a:close/>
                </a:path>
                <a:path w="617219" h="899160">
                  <a:moveTo>
                    <a:pt x="273177" y="624420"/>
                  </a:moveTo>
                  <a:lnTo>
                    <a:pt x="266242" y="617486"/>
                  </a:lnTo>
                  <a:lnTo>
                    <a:pt x="249339" y="617486"/>
                  </a:lnTo>
                  <a:lnTo>
                    <a:pt x="242392" y="624420"/>
                  </a:lnTo>
                  <a:lnTo>
                    <a:pt x="242392" y="641337"/>
                  </a:lnTo>
                  <a:lnTo>
                    <a:pt x="249339" y="648271"/>
                  </a:lnTo>
                  <a:lnTo>
                    <a:pt x="266242" y="648271"/>
                  </a:lnTo>
                  <a:lnTo>
                    <a:pt x="273177" y="641337"/>
                  </a:lnTo>
                  <a:lnTo>
                    <a:pt x="273177" y="633095"/>
                  </a:lnTo>
                  <a:lnTo>
                    <a:pt x="273177" y="624420"/>
                  </a:lnTo>
                  <a:close/>
                </a:path>
                <a:path w="617219" h="899160">
                  <a:moveTo>
                    <a:pt x="318274" y="818248"/>
                  </a:moveTo>
                  <a:lnTo>
                    <a:pt x="311340" y="811314"/>
                  </a:lnTo>
                  <a:lnTo>
                    <a:pt x="294424" y="811314"/>
                  </a:lnTo>
                  <a:lnTo>
                    <a:pt x="287489" y="818248"/>
                  </a:lnTo>
                  <a:lnTo>
                    <a:pt x="287489" y="835164"/>
                  </a:lnTo>
                  <a:lnTo>
                    <a:pt x="294424" y="842098"/>
                  </a:lnTo>
                  <a:lnTo>
                    <a:pt x="311340" y="842098"/>
                  </a:lnTo>
                  <a:lnTo>
                    <a:pt x="318274" y="835164"/>
                  </a:lnTo>
                  <a:lnTo>
                    <a:pt x="318274" y="826922"/>
                  </a:lnTo>
                  <a:lnTo>
                    <a:pt x="318274" y="818248"/>
                  </a:lnTo>
                  <a:close/>
                </a:path>
                <a:path w="617219" h="899160">
                  <a:moveTo>
                    <a:pt x="402831" y="640029"/>
                  </a:moveTo>
                  <a:lnTo>
                    <a:pt x="395897" y="633095"/>
                  </a:lnTo>
                  <a:lnTo>
                    <a:pt x="378980" y="633095"/>
                  </a:lnTo>
                  <a:lnTo>
                    <a:pt x="372046" y="640029"/>
                  </a:lnTo>
                  <a:lnTo>
                    <a:pt x="372046" y="656945"/>
                  </a:lnTo>
                  <a:lnTo>
                    <a:pt x="378980" y="663879"/>
                  </a:lnTo>
                  <a:lnTo>
                    <a:pt x="395897" y="663879"/>
                  </a:lnTo>
                  <a:lnTo>
                    <a:pt x="402831" y="656945"/>
                  </a:lnTo>
                  <a:lnTo>
                    <a:pt x="402831" y="648703"/>
                  </a:lnTo>
                  <a:lnTo>
                    <a:pt x="402831" y="640029"/>
                  </a:lnTo>
                  <a:close/>
                </a:path>
                <a:path w="617219" h="899160">
                  <a:moveTo>
                    <a:pt x="491731" y="470484"/>
                  </a:moveTo>
                  <a:lnTo>
                    <a:pt x="484784" y="463550"/>
                  </a:lnTo>
                  <a:lnTo>
                    <a:pt x="467880" y="463550"/>
                  </a:lnTo>
                  <a:lnTo>
                    <a:pt x="460946" y="470484"/>
                  </a:lnTo>
                  <a:lnTo>
                    <a:pt x="460946" y="487400"/>
                  </a:lnTo>
                  <a:lnTo>
                    <a:pt x="467880" y="494334"/>
                  </a:lnTo>
                  <a:lnTo>
                    <a:pt x="484784" y="494334"/>
                  </a:lnTo>
                  <a:lnTo>
                    <a:pt x="491731" y="487400"/>
                  </a:lnTo>
                  <a:lnTo>
                    <a:pt x="491731" y="479158"/>
                  </a:lnTo>
                  <a:lnTo>
                    <a:pt x="491731" y="470484"/>
                  </a:lnTo>
                  <a:close/>
                </a:path>
                <a:path w="617219" h="899160">
                  <a:moveTo>
                    <a:pt x="515137" y="640029"/>
                  </a:moveTo>
                  <a:lnTo>
                    <a:pt x="508203" y="633095"/>
                  </a:lnTo>
                  <a:lnTo>
                    <a:pt x="491299" y="633095"/>
                  </a:lnTo>
                  <a:lnTo>
                    <a:pt x="484352" y="640029"/>
                  </a:lnTo>
                  <a:lnTo>
                    <a:pt x="484352" y="656945"/>
                  </a:lnTo>
                  <a:lnTo>
                    <a:pt x="491299" y="663879"/>
                  </a:lnTo>
                  <a:lnTo>
                    <a:pt x="508203" y="663879"/>
                  </a:lnTo>
                  <a:lnTo>
                    <a:pt x="515137" y="656945"/>
                  </a:lnTo>
                  <a:lnTo>
                    <a:pt x="515137" y="648703"/>
                  </a:lnTo>
                  <a:lnTo>
                    <a:pt x="515137" y="640029"/>
                  </a:lnTo>
                  <a:close/>
                </a:path>
                <a:path w="617219" h="899160">
                  <a:moveTo>
                    <a:pt x="601433" y="534657"/>
                  </a:moveTo>
                  <a:lnTo>
                    <a:pt x="599008" y="522465"/>
                  </a:lnTo>
                  <a:lnTo>
                    <a:pt x="592378" y="512546"/>
                  </a:lnTo>
                  <a:lnTo>
                    <a:pt x="582587" y="505879"/>
                  </a:lnTo>
                  <a:lnTo>
                    <a:pt x="570649" y="503440"/>
                  </a:lnTo>
                  <a:lnTo>
                    <a:pt x="558457" y="505879"/>
                  </a:lnTo>
                  <a:lnTo>
                    <a:pt x="548538" y="512546"/>
                  </a:lnTo>
                  <a:lnTo>
                    <a:pt x="541870" y="522465"/>
                  </a:lnTo>
                  <a:lnTo>
                    <a:pt x="539432" y="534657"/>
                  </a:lnTo>
                  <a:lnTo>
                    <a:pt x="541870" y="546608"/>
                  </a:lnTo>
                  <a:lnTo>
                    <a:pt x="548538" y="556399"/>
                  </a:lnTo>
                  <a:lnTo>
                    <a:pt x="558457" y="563016"/>
                  </a:lnTo>
                  <a:lnTo>
                    <a:pt x="570649" y="565454"/>
                  </a:lnTo>
                  <a:lnTo>
                    <a:pt x="582587" y="563016"/>
                  </a:lnTo>
                  <a:lnTo>
                    <a:pt x="592378" y="556399"/>
                  </a:lnTo>
                  <a:lnTo>
                    <a:pt x="599008" y="546608"/>
                  </a:lnTo>
                  <a:lnTo>
                    <a:pt x="601433" y="534657"/>
                  </a:lnTo>
                  <a:close/>
                </a:path>
                <a:path w="617219" h="899160">
                  <a:moveTo>
                    <a:pt x="616610" y="202069"/>
                  </a:moveTo>
                  <a:lnTo>
                    <a:pt x="614184" y="189877"/>
                  </a:lnTo>
                  <a:lnTo>
                    <a:pt x="607555" y="179959"/>
                  </a:lnTo>
                  <a:lnTo>
                    <a:pt x="597763" y="173291"/>
                  </a:lnTo>
                  <a:lnTo>
                    <a:pt x="585825" y="170853"/>
                  </a:lnTo>
                  <a:lnTo>
                    <a:pt x="573633" y="173291"/>
                  </a:lnTo>
                  <a:lnTo>
                    <a:pt x="563714" y="179959"/>
                  </a:lnTo>
                  <a:lnTo>
                    <a:pt x="557047" y="189877"/>
                  </a:lnTo>
                  <a:lnTo>
                    <a:pt x="554609" y="202069"/>
                  </a:lnTo>
                  <a:lnTo>
                    <a:pt x="557047" y="214020"/>
                  </a:lnTo>
                  <a:lnTo>
                    <a:pt x="563714" y="223812"/>
                  </a:lnTo>
                  <a:lnTo>
                    <a:pt x="573633" y="230428"/>
                  </a:lnTo>
                  <a:lnTo>
                    <a:pt x="585825" y="232867"/>
                  </a:lnTo>
                  <a:lnTo>
                    <a:pt x="597763" y="230428"/>
                  </a:lnTo>
                  <a:lnTo>
                    <a:pt x="607555" y="223812"/>
                  </a:lnTo>
                  <a:lnTo>
                    <a:pt x="614184" y="214020"/>
                  </a:lnTo>
                  <a:lnTo>
                    <a:pt x="616610" y="2020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117562" y="2545140"/>
            <a:ext cx="448945" cy="666115"/>
            <a:chOff x="2117562" y="2545140"/>
            <a:chExt cx="448945" cy="666115"/>
          </a:xfrm>
        </p:grpSpPr>
        <p:sp>
          <p:nvSpPr>
            <p:cNvPr id="14" name="object 14"/>
            <p:cNvSpPr/>
            <p:nvPr/>
          </p:nvSpPr>
          <p:spPr>
            <a:xfrm>
              <a:off x="2135341" y="2561618"/>
              <a:ext cx="413384" cy="633095"/>
            </a:xfrm>
            <a:custGeom>
              <a:avLst/>
              <a:gdLst/>
              <a:ahLst/>
              <a:cxnLst/>
              <a:rect l="l" t="t" r="r" b="b"/>
              <a:pathLst>
                <a:path w="413385" h="633094">
                  <a:moveTo>
                    <a:pt x="206838" y="633089"/>
                  </a:moveTo>
                  <a:lnTo>
                    <a:pt x="0" y="352101"/>
                  </a:lnTo>
                  <a:lnTo>
                    <a:pt x="102768" y="352101"/>
                  </a:lnTo>
                  <a:lnTo>
                    <a:pt x="102768" y="0"/>
                  </a:lnTo>
                  <a:lnTo>
                    <a:pt x="310473" y="0"/>
                  </a:lnTo>
                  <a:lnTo>
                    <a:pt x="310473" y="352101"/>
                  </a:lnTo>
                  <a:lnTo>
                    <a:pt x="413242" y="352101"/>
                  </a:lnTo>
                  <a:lnTo>
                    <a:pt x="206838" y="633089"/>
                  </a:lnTo>
                  <a:close/>
                </a:path>
              </a:pathLst>
            </a:custGeom>
            <a:solidFill>
              <a:srgbClr val="FF4F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17562" y="2545140"/>
              <a:ext cx="448945" cy="666115"/>
            </a:xfrm>
            <a:custGeom>
              <a:avLst/>
              <a:gdLst/>
              <a:ahLst/>
              <a:cxnLst/>
              <a:rect l="l" t="t" r="r" b="b"/>
              <a:pathLst>
                <a:path w="448944" h="666114">
                  <a:moveTo>
                    <a:pt x="229820" y="665610"/>
                  </a:moveTo>
                  <a:lnTo>
                    <a:pt x="219413" y="665610"/>
                  </a:lnTo>
                  <a:lnTo>
                    <a:pt x="214643" y="663009"/>
                  </a:lnTo>
                  <a:lnTo>
                    <a:pt x="211607" y="659106"/>
                  </a:lnTo>
                  <a:lnTo>
                    <a:pt x="4336" y="378118"/>
                  </a:lnTo>
                  <a:lnTo>
                    <a:pt x="867" y="373349"/>
                  </a:lnTo>
                  <a:lnTo>
                    <a:pt x="54" y="366844"/>
                  </a:lnTo>
                  <a:lnTo>
                    <a:pt x="0" y="366411"/>
                  </a:lnTo>
                  <a:lnTo>
                    <a:pt x="3035" y="361207"/>
                  </a:lnTo>
                  <a:lnTo>
                    <a:pt x="5637" y="355570"/>
                  </a:lnTo>
                  <a:lnTo>
                    <a:pt x="11274" y="352101"/>
                  </a:lnTo>
                  <a:lnTo>
                    <a:pt x="104069" y="352101"/>
                  </a:lnTo>
                  <a:lnTo>
                    <a:pt x="104069" y="7371"/>
                  </a:lnTo>
                  <a:lnTo>
                    <a:pt x="111440" y="0"/>
                  </a:lnTo>
                  <a:lnTo>
                    <a:pt x="337358" y="0"/>
                  </a:lnTo>
                  <a:lnTo>
                    <a:pt x="344729" y="7371"/>
                  </a:lnTo>
                  <a:lnTo>
                    <a:pt x="344729" y="32955"/>
                  </a:lnTo>
                  <a:lnTo>
                    <a:pt x="136591" y="32955"/>
                  </a:lnTo>
                  <a:lnTo>
                    <a:pt x="136591" y="377685"/>
                  </a:lnTo>
                  <a:lnTo>
                    <a:pt x="129653" y="384623"/>
                  </a:lnTo>
                  <a:lnTo>
                    <a:pt x="49866" y="384623"/>
                  </a:lnTo>
                  <a:lnTo>
                    <a:pt x="49866" y="385056"/>
                  </a:lnTo>
                  <a:lnTo>
                    <a:pt x="50186" y="385056"/>
                  </a:lnTo>
                  <a:lnTo>
                    <a:pt x="224616" y="621814"/>
                  </a:lnTo>
                  <a:lnTo>
                    <a:pt x="265828" y="621814"/>
                  </a:lnTo>
                  <a:lnTo>
                    <a:pt x="238492" y="659106"/>
                  </a:lnTo>
                  <a:lnTo>
                    <a:pt x="235023" y="663442"/>
                  </a:lnTo>
                  <a:lnTo>
                    <a:pt x="229820" y="665610"/>
                  </a:lnTo>
                  <a:close/>
                </a:path>
                <a:path w="448944" h="666114">
                  <a:moveTo>
                    <a:pt x="265828" y="621814"/>
                  </a:moveTo>
                  <a:lnTo>
                    <a:pt x="224616" y="621814"/>
                  </a:lnTo>
                  <a:lnTo>
                    <a:pt x="398499" y="384623"/>
                  </a:lnTo>
                  <a:lnTo>
                    <a:pt x="318712" y="384623"/>
                  </a:lnTo>
                  <a:lnTo>
                    <a:pt x="311341" y="377251"/>
                  </a:lnTo>
                  <a:lnTo>
                    <a:pt x="311341" y="32955"/>
                  </a:lnTo>
                  <a:lnTo>
                    <a:pt x="344729" y="32955"/>
                  </a:lnTo>
                  <a:lnTo>
                    <a:pt x="344729" y="352101"/>
                  </a:lnTo>
                  <a:lnTo>
                    <a:pt x="437525" y="352101"/>
                  </a:lnTo>
                  <a:lnTo>
                    <a:pt x="443162" y="355570"/>
                  </a:lnTo>
                  <a:lnTo>
                    <a:pt x="448365" y="366844"/>
                  </a:lnTo>
                  <a:lnTo>
                    <a:pt x="447932" y="373349"/>
                  </a:lnTo>
                  <a:lnTo>
                    <a:pt x="444463" y="378118"/>
                  </a:lnTo>
                  <a:lnTo>
                    <a:pt x="265828" y="621814"/>
                  </a:lnTo>
                  <a:close/>
                </a:path>
                <a:path w="448944" h="666114">
                  <a:moveTo>
                    <a:pt x="50186" y="385056"/>
                  </a:moveTo>
                  <a:lnTo>
                    <a:pt x="49866" y="385056"/>
                  </a:lnTo>
                  <a:lnTo>
                    <a:pt x="49866" y="384623"/>
                  </a:lnTo>
                  <a:lnTo>
                    <a:pt x="50186" y="385056"/>
                  </a:lnTo>
                  <a:close/>
                </a:path>
                <a:path w="448944" h="666114">
                  <a:moveTo>
                    <a:pt x="129219" y="385056"/>
                  </a:moveTo>
                  <a:lnTo>
                    <a:pt x="50186" y="385056"/>
                  </a:lnTo>
                  <a:lnTo>
                    <a:pt x="49866" y="384623"/>
                  </a:lnTo>
                  <a:lnTo>
                    <a:pt x="129653" y="384623"/>
                  </a:lnTo>
                  <a:lnTo>
                    <a:pt x="129219" y="3850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1602419" y="2545140"/>
            <a:ext cx="448945" cy="666115"/>
            <a:chOff x="1602419" y="2545140"/>
            <a:chExt cx="448945" cy="666115"/>
          </a:xfrm>
        </p:grpSpPr>
        <p:sp>
          <p:nvSpPr>
            <p:cNvPr id="17" name="object 17"/>
            <p:cNvSpPr/>
            <p:nvPr/>
          </p:nvSpPr>
          <p:spPr>
            <a:xfrm>
              <a:off x="1620197" y="2561618"/>
              <a:ext cx="413384" cy="633095"/>
            </a:xfrm>
            <a:custGeom>
              <a:avLst/>
              <a:gdLst/>
              <a:ahLst/>
              <a:cxnLst/>
              <a:rect l="l" t="t" r="r" b="b"/>
              <a:pathLst>
                <a:path w="413385" h="633094">
                  <a:moveTo>
                    <a:pt x="206838" y="633089"/>
                  </a:moveTo>
                  <a:lnTo>
                    <a:pt x="0" y="352101"/>
                  </a:lnTo>
                  <a:lnTo>
                    <a:pt x="102768" y="352101"/>
                  </a:lnTo>
                  <a:lnTo>
                    <a:pt x="102768" y="0"/>
                  </a:lnTo>
                  <a:lnTo>
                    <a:pt x="310040" y="0"/>
                  </a:lnTo>
                  <a:lnTo>
                    <a:pt x="310040" y="352101"/>
                  </a:lnTo>
                  <a:lnTo>
                    <a:pt x="412808" y="352101"/>
                  </a:lnTo>
                  <a:lnTo>
                    <a:pt x="206838" y="633089"/>
                  </a:lnTo>
                  <a:close/>
                </a:path>
              </a:pathLst>
            </a:custGeom>
            <a:solidFill>
              <a:srgbClr val="FF4F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02419" y="2545140"/>
              <a:ext cx="448945" cy="666115"/>
            </a:xfrm>
            <a:custGeom>
              <a:avLst/>
              <a:gdLst/>
              <a:ahLst/>
              <a:cxnLst/>
              <a:rect l="l" t="t" r="r" b="b"/>
              <a:pathLst>
                <a:path w="448944" h="666114">
                  <a:moveTo>
                    <a:pt x="229819" y="665610"/>
                  </a:moveTo>
                  <a:lnTo>
                    <a:pt x="219413" y="665610"/>
                  </a:lnTo>
                  <a:lnTo>
                    <a:pt x="214643" y="663009"/>
                  </a:lnTo>
                  <a:lnTo>
                    <a:pt x="4336" y="378118"/>
                  </a:lnTo>
                  <a:lnTo>
                    <a:pt x="0" y="366411"/>
                  </a:lnTo>
                  <a:lnTo>
                    <a:pt x="3035" y="361207"/>
                  </a:lnTo>
                  <a:lnTo>
                    <a:pt x="5637" y="355570"/>
                  </a:lnTo>
                  <a:lnTo>
                    <a:pt x="11274" y="352101"/>
                  </a:lnTo>
                  <a:lnTo>
                    <a:pt x="104069" y="352101"/>
                  </a:lnTo>
                  <a:lnTo>
                    <a:pt x="104069" y="7371"/>
                  </a:lnTo>
                  <a:lnTo>
                    <a:pt x="111441" y="0"/>
                  </a:lnTo>
                  <a:lnTo>
                    <a:pt x="337358" y="0"/>
                  </a:lnTo>
                  <a:lnTo>
                    <a:pt x="344729" y="7371"/>
                  </a:lnTo>
                  <a:lnTo>
                    <a:pt x="344729" y="32955"/>
                  </a:lnTo>
                  <a:lnTo>
                    <a:pt x="136157" y="32955"/>
                  </a:lnTo>
                  <a:lnTo>
                    <a:pt x="136157" y="377685"/>
                  </a:lnTo>
                  <a:lnTo>
                    <a:pt x="129219" y="384623"/>
                  </a:lnTo>
                  <a:lnTo>
                    <a:pt x="49866" y="384623"/>
                  </a:lnTo>
                  <a:lnTo>
                    <a:pt x="49866" y="385056"/>
                  </a:lnTo>
                  <a:lnTo>
                    <a:pt x="50186" y="385056"/>
                  </a:lnTo>
                  <a:lnTo>
                    <a:pt x="224616" y="621814"/>
                  </a:lnTo>
                  <a:lnTo>
                    <a:pt x="265828" y="621814"/>
                  </a:lnTo>
                  <a:lnTo>
                    <a:pt x="238492" y="659106"/>
                  </a:lnTo>
                  <a:lnTo>
                    <a:pt x="234589" y="663442"/>
                  </a:lnTo>
                  <a:lnTo>
                    <a:pt x="229819" y="665610"/>
                  </a:lnTo>
                  <a:close/>
                </a:path>
                <a:path w="448944" h="666114">
                  <a:moveTo>
                    <a:pt x="265828" y="621814"/>
                  </a:moveTo>
                  <a:lnTo>
                    <a:pt x="224616" y="621814"/>
                  </a:lnTo>
                  <a:lnTo>
                    <a:pt x="398499" y="384623"/>
                  </a:lnTo>
                  <a:lnTo>
                    <a:pt x="318712" y="384623"/>
                  </a:lnTo>
                  <a:lnTo>
                    <a:pt x="311341" y="377251"/>
                  </a:lnTo>
                  <a:lnTo>
                    <a:pt x="311341" y="32955"/>
                  </a:lnTo>
                  <a:lnTo>
                    <a:pt x="344729" y="32955"/>
                  </a:lnTo>
                  <a:lnTo>
                    <a:pt x="344729" y="352101"/>
                  </a:lnTo>
                  <a:lnTo>
                    <a:pt x="437525" y="352101"/>
                  </a:lnTo>
                  <a:lnTo>
                    <a:pt x="443162" y="355570"/>
                  </a:lnTo>
                  <a:lnTo>
                    <a:pt x="448365" y="366844"/>
                  </a:lnTo>
                  <a:lnTo>
                    <a:pt x="447932" y="373349"/>
                  </a:lnTo>
                  <a:lnTo>
                    <a:pt x="444463" y="378118"/>
                  </a:lnTo>
                  <a:lnTo>
                    <a:pt x="265828" y="621814"/>
                  </a:lnTo>
                  <a:close/>
                </a:path>
                <a:path w="448944" h="666114">
                  <a:moveTo>
                    <a:pt x="50186" y="385056"/>
                  </a:moveTo>
                  <a:lnTo>
                    <a:pt x="49866" y="385056"/>
                  </a:lnTo>
                  <a:lnTo>
                    <a:pt x="49866" y="384623"/>
                  </a:lnTo>
                  <a:lnTo>
                    <a:pt x="50186" y="385056"/>
                  </a:lnTo>
                  <a:close/>
                </a:path>
                <a:path w="448944" h="666114">
                  <a:moveTo>
                    <a:pt x="128785" y="385056"/>
                  </a:moveTo>
                  <a:lnTo>
                    <a:pt x="50186" y="385056"/>
                  </a:lnTo>
                  <a:lnTo>
                    <a:pt x="49866" y="384623"/>
                  </a:lnTo>
                  <a:lnTo>
                    <a:pt x="129219" y="384623"/>
                  </a:lnTo>
                  <a:lnTo>
                    <a:pt x="128785" y="3850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1858683" y="4186351"/>
            <a:ext cx="698500" cy="549910"/>
          </a:xfrm>
          <a:custGeom>
            <a:avLst/>
            <a:gdLst/>
            <a:ahLst/>
            <a:cxnLst/>
            <a:rect l="l" t="t" r="r" b="b"/>
            <a:pathLst>
              <a:path w="698500" h="549910">
                <a:moveTo>
                  <a:pt x="698461" y="400342"/>
                </a:moveTo>
                <a:lnTo>
                  <a:pt x="695769" y="389801"/>
                </a:lnTo>
                <a:lnTo>
                  <a:pt x="687730" y="381647"/>
                </a:lnTo>
                <a:lnTo>
                  <a:pt x="467448" y="254165"/>
                </a:lnTo>
                <a:lnTo>
                  <a:pt x="456145" y="251294"/>
                </a:lnTo>
                <a:lnTo>
                  <a:pt x="445655" y="254317"/>
                </a:lnTo>
                <a:lnTo>
                  <a:pt x="437934" y="262153"/>
                </a:lnTo>
                <a:lnTo>
                  <a:pt x="434924" y="273672"/>
                </a:lnTo>
                <a:lnTo>
                  <a:pt x="434924" y="307009"/>
                </a:lnTo>
                <a:lnTo>
                  <a:pt x="427520" y="307733"/>
                </a:lnTo>
                <a:lnTo>
                  <a:pt x="376034" y="305803"/>
                </a:lnTo>
                <a:lnTo>
                  <a:pt x="324294" y="296875"/>
                </a:lnTo>
                <a:lnTo>
                  <a:pt x="273253" y="280847"/>
                </a:lnTo>
                <a:lnTo>
                  <a:pt x="223812" y="257683"/>
                </a:lnTo>
                <a:lnTo>
                  <a:pt x="176923" y="227279"/>
                </a:lnTo>
                <a:lnTo>
                  <a:pt x="136588" y="193090"/>
                </a:lnTo>
                <a:lnTo>
                  <a:pt x="100291" y="153390"/>
                </a:lnTo>
                <a:lnTo>
                  <a:pt x="68643" y="108788"/>
                </a:lnTo>
                <a:lnTo>
                  <a:pt x="42240" y="59931"/>
                </a:lnTo>
                <a:lnTo>
                  <a:pt x="21678" y="7429"/>
                </a:lnTo>
                <a:lnTo>
                  <a:pt x="16522" y="977"/>
                </a:lnTo>
                <a:lnTo>
                  <a:pt x="9055" y="0"/>
                </a:lnTo>
                <a:lnTo>
                  <a:pt x="2476" y="3835"/>
                </a:lnTo>
                <a:lnTo>
                  <a:pt x="0" y="11760"/>
                </a:lnTo>
                <a:lnTo>
                  <a:pt x="5168" y="61328"/>
                </a:lnTo>
                <a:lnTo>
                  <a:pt x="15455" y="110756"/>
                </a:lnTo>
                <a:lnTo>
                  <a:pt x="30848" y="159524"/>
                </a:lnTo>
                <a:lnTo>
                  <a:pt x="51333" y="207060"/>
                </a:lnTo>
                <a:lnTo>
                  <a:pt x="76898" y="252806"/>
                </a:lnTo>
                <a:lnTo>
                  <a:pt x="107543" y="296227"/>
                </a:lnTo>
                <a:lnTo>
                  <a:pt x="137566" y="331304"/>
                </a:lnTo>
                <a:lnTo>
                  <a:pt x="171081" y="363816"/>
                </a:lnTo>
                <a:lnTo>
                  <a:pt x="207784" y="393534"/>
                </a:lnTo>
                <a:lnTo>
                  <a:pt x="247370" y="420179"/>
                </a:lnTo>
                <a:lnTo>
                  <a:pt x="289521" y="443509"/>
                </a:lnTo>
                <a:lnTo>
                  <a:pt x="333959" y="463283"/>
                </a:lnTo>
                <a:lnTo>
                  <a:pt x="380352" y="479234"/>
                </a:lnTo>
                <a:lnTo>
                  <a:pt x="428421" y="491134"/>
                </a:lnTo>
                <a:lnTo>
                  <a:pt x="434924" y="492137"/>
                </a:lnTo>
                <a:lnTo>
                  <a:pt x="434924" y="528205"/>
                </a:lnTo>
                <a:lnTo>
                  <a:pt x="437997" y="539229"/>
                </a:lnTo>
                <a:lnTo>
                  <a:pt x="445820" y="546798"/>
                </a:lnTo>
                <a:lnTo>
                  <a:pt x="456323" y="549732"/>
                </a:lnTo>
                <a:lnTo>
                  <a:pt x="467448" y="546849"/>
                </a:lnTo>
                <a:lnTo>
                  <a:pt x="687730" y="419366"/>
                </a:lnTo>
                <a:lnTo>
                  <a:pt x="695769" y="410972"/>
                </a:lnTo>
                <a:lnTo>
                  <a:pt x="698461" y="4003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669032" y="740855"/>
            <a:ext cx="3051810" cy="3708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250" spc="-80" dirty="0">
                <a:solidFill>
                  <a:srgbClr val="252920"/>
                </a:solidFill>
                <a:latin typeface="Arial Black"/>
                <a:cs typeface="Arial Black"/>
              </a:rPr>
              <a:t>Pourquoi</a:t>
            </a:r>
            <a:r>
              <a:rPr sz="2250" spc="-110" dirty="0">
                <a:solidFill>
                  <a:srgbClr val="252920"/>
                </a:solidFill>
                <a:latin typeface="Arial Black"/>
                <a:cs typeface="Arial Black"/>
              </a:rPr>
              <a:t> </a:t>
            </a:r>
            <a:r>
              <a:rPr sz="2250" spc="-70" dirty="0">
                <a:solidFill>
                  <a:srgbClr val="252920"/>
                </a:solidFill>
                <a:latin typeface="Arial Black"/>
                <a:cs typeface="Arial Black"/>
              </a:rPr>
              <a:t>prétraiter</a:t>
            </a:r>
            <a:r>
              <a:rPr sz="2250" spc="-110" dirty="0">
                <a:solidFill>
                  <a:srgbClr val="252920"/>
                </a:solidFill>
                <a:latin typeface="Arial Black"/>
                <a:cs typeface="Arial Black"/>
              </a:rPr>
              <a:t> </a:t>
            </a:r>
            <a:r>
              <a:rPr sz="2250" spc="-355" dirty="0">
                <a:solidFill>
                  <a:srgbClr val="252920"/>
                </a:solidFill>
                <a:latin typeface="Arial Black"/>
                <a:cs typeface="Arial Black"/>
              </a:rPr>
              <a:t>?</a:t>
            </a:r>
            <a:endParaRPr sz="2250">
              <a:latin typeface="Arial Black"/>
              <a:cs typeface="Arial Black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0807" y="1688815"/>
            <a:ext cx="104775" cy="10477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0807" y="2088865"/>
            <a:ext cx="104775" cy="10477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0807" y="2488915"/>
            <a:ext cx="104775" cy="10477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0807" y="2888965"/>
            <a:ext cx="104775" cy="10477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0807" y="3289015"/>
            <a:ext cx="104775" cy="104774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8157933" y="1485977"/>
            <a:ext cx="5338445" cy="2025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sz="2250" dirty="0">
                <a:solidFill>
                  <a:srgbClr val="252920"/>
                </a:solidFill>
                <a:latin typeface="Trebuchet MS"/>
                <a:cs typeface="Trebuchet MS"/>
              </a:rPr>
              <a:t>Améliorer</a:t>
            </a:r>
            <a:r>
              <a:rPr sz="2250" spc="-110" dirty="0">
                <a:solidFill>
                  <a:srgbClr val="252920"/>
                </a:solidFill>
                <a:latin typeface="Trebuchet MS"/>
                <a:cs typeface="Trebuchet MS"/>
              </a:rPr>
              <a:t> </a:t>
            </a:r>
            <a:r>
              <a:rPr sz="2250" spc="-65" dirty="0">
                <a:solidFill>
                  <a:srgbClr val="252920"/>
                </a:solidFill>
                <a:latin typeface="Trebuchet MS"/>
                <a:cs typeface="Trebuchet MS"/>
              </a:rPr>
              <a:t>la</a:t>
            </a:r>
            <a:r>
              <a:rPr sz="2250" spc="-105" dirty="0">
                <a:solidFill>
                  <a:srgbClr val="252920"/>
                </a:solidFill>
                <a:latin typeface="Trebuchet MS"/>
                <a:cs typeface="Trebuchet MS"/>
              </a:rPr>
              <a:t> </a:t>
            </a:r>
            <a:r>
              <a:rPr sz="2250" spc="-25" dirty="0">
                <a:solidFill>
                  <a:srgbClr val="252920"/>
                </a:solidFill>
                <a:latin typeface="Trebuchet MS"/>
                <a:cs typeface="Trebuchet MS"/>
              </a:rPr>
              <a:t>qualité</a:t>
            </a:r>
            <a:r>
              <a:rPr sz="2250" spc="-105" dirty="0">
                <a:solidFill>
                  <a:srgbClr val="252920"/>
                </a:solidFill>
                <a:latin typeface="Trebuchet MS"/>
                <a:cs typeface="Trebuchet MS"/>
              </a:rPr>
              <a:t> </a:t>
            </a:r>
            <a:r>
              <a:rPr sz="2250" spc="75" dirty="0">
                <a:solidFill>
                  <a:srgbClr val="252920"/>
                </a:solidFill>
                <a:latin typeface="Trebuchet MS"/>
                <a:cs typeface="Trebuchet MS"/>
              </a:rPr>
              <a:t>des</a:t>
            </a:r>
            <a:r>
              <a:rPr sz="2250" spc="-105" dirty="0">
                <a:solidFill>
                  <a:srgbClr val="252920"/>
                </a:solidFill>
                <a:latin typeface="Trebuchet MS"/>
                <a:cs typeface="Trebuchet MS"/>
              </a:rPr>
              <a:t> </a:t>
            </a:r>
            <a:r>
              <a:rPr sz="2250" spc="65" dirty="0">
                <a:solidFill>
                  <a:srgbClr val="252920"/>
                </a:solidFill>
                <a:latin typeface="Trebuchet MS"/>
                <a:cs typeface="Trebuchet MS"/>
              </a:rPr>
              <a:t>données </a:t>
            </a:r>
            <a:r>
              <a:rPr sz="2250" dirty="0">
                <a:solidFill>
                  <a:srgbClr val="252920"/>
                </a:solidFill>
                <a:latin typeface="Trebuchet MS"/>
                <a:cs typeface="Trebuchet MS"/>
              </a:rPr>
              <a:t>Optimiser</a:t>
            </a:r>
            <a:r>
              <a:rPr sz="2250" spc="35" dirty="0">
                <a:solidFill>
                  <a:srgbClr val="252920"/>
                </a:solidFill>
                <a:latin typeface="Trebuchet MS"/>
                <a:cs typeface="Trebuchet MS"/>
              </a:rPr>
              <a:t> </a:t>
            </a:r>
            <a:r>
              <a:rPr sz="2250" dirty="0">
                <a:solidFill>
                  <a:srgbClr val="252920"/>
                </a:solidFill>
                <a:latin typeface="Trebuchet MS"/>
                <a:cs typeface="Trebuchet MS"/>
              </a:rPr>
              <a:t>les</a:t>
            </a:r>
            <a:r>
              <a:rPr sz="2250" spc="40" dirty="0">
                <a:solidFill>
                  <a:srgbClr val="252920"/>
                </a:solidFill>
                <a:latin typeface="Trebuchet MS"/>
                <a:cs typeface="Trebuchet MS"/>
              </a:rPr>
              <a:t> </a:t>
            </a:r>
            <a:r>
              <a:rPr sz="2250" dirty="0">
                <a:solidFill>
                  <a:srgbClr val="252920"/>
                </a:solidFill>
                <a:latin typeface="Trebuchet MS"/>
                <a:cs typeface="Trebuchet MS"/>
              </a:rPr>
              <a:t>performances</a:t>
            </a:r>
            <a:r>
              <a:rPr sz="2250" spc="30" dirty="0">
                <a:solidFill>
                  <a:srgbClr val="252920"/>
                </a:solidFill>
                <a:latin typeface="Trebuchet MS"/>
                <a:cs typeface="Trebuchet MS"/>
              </a:rPr>
              <a:t> </a:t>
            </a:r>
            <a:r>
              <a:rPr sz="2250" spc="75" dirty="0">
                <a:solidFill>
                  <a:srgbClr val="252920"/>
                </a:solidFill>
                <a:latin typeface="Trebuchet MS"/>
                <a:cs typeface="Trebuchet MS"/>
              </a:rPr>
              <a:t>des</a:t>
            </a:r>
            <a:r>
              <a:rPr sz="2250" spc="40" dirty="0">
                <a:solidFill>
                  <a:srgbClr val="252920"/>
                </a:solidFill>
                <a:latin typeface="Trebuchet MS"/>
                <a:cs typeface="Trebuchet MS"/>
              </a:rPr>
              <a:t> </a:t>
            </a:r>
            <a:r>
              <a:rPr sz="2250" spc="-10" dirty="0">
                <a:solidFill>
                  <a:srgbClr val="252920"/>
                </a:solidFill>
                <a:latin typeface="Trebuchet MS"/>
                <a:cs typeface="Trebuchet MS"/>
              </a:rPr>
              <a:t>modèles </a:t>
            </a:r>
            <a:r>
              <a:rPr sz="2250" spc="-70" dirty="0">
                <a:solidFill>
                  <a:srgbClr val="252920"/>
                </a:solidFill>
                <a:latin typeface="Trebuchet MS"/>
                <a:cs typeface="Trebuchet MS"/>
              </a:rPr>
              <a:t>Faciliter</a:t>
            </a:r>
            <a:r>
              <a:rPr sz="2250" spc="-50" dirty="0">
                <a:solidFill>
                  <a:srgbClr val="252920"/>
                </a:solidFill>
                <a:latin typeface="Trebuchet MS"/>
                <a:cs typeface="Trebuchet MS"/>
              </a:rPr>
              <a:t> </a:t>
            </a:r>
            <a:r>
              <a:rPr sz="2250" spc="-30" dirty="0">
                <a:solidFill>
                  <a:srgbClr val="252920"/>
                </a:solidFill>
                <a:latin typeface="Trebuchet MS"/>
                <a:cs typeface="Trebuchet MS"/>
              </a:rPr>
              <a:t>l'extraction</a:t>
            </a:r>
            <a:r>
              <a:rPr sz="2250" spc="-45" dirty="0">
                <a:solidFill>
                  <a:srgbClr val="252920"/>
                </a:solidFill>
                <a:latin typeface="Trebuchet MS"/>
                <a:cs typeface="Trebuchet MS"/>
              </a:rPr>
              <a:t> </a:t>
            </a:r>
            <a:r>
              <a:rPr sz="2250" dirty="0">
                <a:solidFill>
                  <a:srgbClr val="252920"/>
                </a:solidFill>
                <a:latin typeface="Trebuchet MS"/>
                <a:cs typeface="Trebuchet MS"/>
              </a:rPr>
              <a:t>de</a:t>
            </a:r>
            <a:r>
              <a:rPr sz="2250" spc="-45" dirty="0">
                <a:solidFill>
                  <a:srgbClr val="252920"/>
                </a:solidFill>
                <a:latin typeface="Trebuchet MS"/>
                <a:cs typeface="Trebuchet MS"/>
              </a:rPr>
              <a:t> </a:t>
            </a:r>
            <a:r>
              <a:rPr sz="2250" spc="-10" dirty="0">
                <a:solidFill>
                  <a:srgbClr val="252920"/>
                </a:solidFill>
                <a:latin typeface="Trebuchet MS"/>
                <a:cs typeface="Trebuchet MS"/>
              </a:rPr>
              <a:t>features</a:t>
            </a:r>
            <a:endParaRPr sz="2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2250" dirty="0">
                <a:solidFill>
                  <a:srgbClr val="252920"/>
                </a:solidFill>
                <a:latin typeface="Trebuchet MS"/>
                <a:cs typeface="Trebuchet MS"/>
              </a:rPr>
              <a:t>Réduire</a:t>
            </a:r>
            <a:r>
              <a:rPr sz="2250" spc="-5" dirty="0">
                <a:solidFill>
                  <a:srgbClr val="252920"/>
                </a:solidFill>
                <a:latin typeface="Trebuchet MS"/>
                <a:cs typeface="Trebuchet MS"/>
              </a:rPr>
              <a:t> </a:t>
            </a:r>
            <a:r>
              <a:rPr sz="2250" dirty="0">
                <a:solidFill>
                  <a:srgbClr val="252920"/>
                </a:solidFill>
                <a:latin typeface="Trebuchet MS"/>
                <a:cs typeface="Trebuchet MS"/>
              </a:rPr>
              <a:t>les</a:t>
            </a:r>
            <a:r>
              <a:rPr sz="2250" spc="-5" dirty="0">
                <a:solidFill>
                  <a:srgbClr val="252920"/>
                </a:solidFill>
                <a:latin typeface="Trebuchet MS"/>
                <a:cs typeface="Trebuchet MS"/>
              </a:rPr>
              <a:t> </a:t>
            </a:r>
            <a:r>
              <a:rPr sz="2250" dirty="0">
                <a:solidFill>
                  <a:srgbClr val="252920"/>
                </a:solidFill>
                <a:latin typeface="Trebuchet MS"/>
                <a:cs typeface="Trebuchet MS"/>
              </a:rPr>
              <a:t>coûts</a:t>
            </a:r>
            <a:r>
              <a:rPr sz="2250" spc="-5" dirty="0">
                <a:solidFill>
                  <a:srgbClr val="252920"/>
                </a:solidFill>
                <a:latin typeface="Trebuchet MS"/>
                <a:cs typeface="Trebuchet MS"/>
              </a:rPr>
              <a:t> </a:t>
            </a:r>
            <a:r>
              <a:rPr sz="2250" dirty="0">
                <a:solidFill>
                  <a:srgbClr val="252920"/>
                </a:solidFill>
                <a:latin typeface="Trebuchet MS"/>
                <a:cs typeface="Trebuchet MS"/>
              </a:rPr>
              <a:t>de</a:t>
            </a:r>
            <a:r>
              <a:rPr sz="2250" spc="-5" dirty="0">
                <a:solidFill>
                  <a:srgbClr val="252920"/>
                </a:solidFill>
                <a:latin typeface="Trebuchet MS"/>
                <a:cs typeface="Trebuchet MS"/>
              </a:rPr>
              <a:t> </a:t>
            </a:r>
            <a:r>
              <a:rPr sz="2250" spc="-10" dirty="0">
                <a:solidFill>
                  <a:srgbClr val="252920"/>
                </a:solidFill>
                <a:latin typeface="Trebuchet MS"/>
                <a:cs typeface="Trebuchet MS"/>
              </a:rPr>
              <a:t>calcul</a:t>
            </a:r>
            <a:endParaRPr sz="2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2250" dirty="0">
                <a:solidFill>
                  <a:srgbClr val="252920"/>
                </a:solidFill>
                <a:latin typeface="Trebuchet MS"/>
                <a:cs typeface="Trebuchet MS"/>
              </a:rPr>
              <a:t>Permettre</a:t>
            </a:r>
            <a:r>
              <a:rPr sz="2250" spc="-114" dirty="0">
                <a:solidFill>
                  <a:srgbClr val="252920"/>
                </a:solidFill>
                <a:latin typeface="Trebuchet MS"/>
                <a:cs typeface="Trebuchet MS"/>
              </a:rPr>
              <a:t> </a:t>
            </a:r>
            <a:r>
              <a:rPr sz="2250" spc="70" dirty="0">
                <a:solidFill>
                  <a:srgbClr val="252920"/>
                </a:solidFill>
                <a:latin typeface="Trebuchet MS"/>
                <a:cs typeface="Trebuchet MS"/>
              </a:rPr>
              <a:t>une</a:t>
            </a:r>
            <a:r>
              <a:rPr sz="2250" spc="-110" dirty="0">
                <a:solidFill>
                  <a:srgbClr val="252920"/>
                </a:solidFill>
                <a:latin typeface="Trebuchet MS"/>
                <a:cs typeface="Trebuchet MS"/>
              </a:rPr>
              <a:t> </a:t>
            </a:r>
            <a:r>
              <a:rPr sz="2250" spc="-20" dirty="0">
                <a:solidFill>
                  <a:srgbClr val="252920"/>
                </a:solidFill>
                <a:latin typeface="Trebuchet MS"/>
                <a:cs typeface="Trebuchet MS"/>
              </a:rPr>
              <a:t>meilleure</a:t>
            </a:r>
            <a:r>
              <a:rPr sz="2250" spc="-110" dirty="0">
                <a:solidFill>
                  <a:srgbClr val="252920"/>
                </a:solidFill>
                <a:latin typeface="Trebuchet MS"/>
                <a:cs typeface="Trebuchet MS"/>
              </a:rPr>
              <a:t> </a:t>
            </a:r>
            <a:r>
              <a:rPr sz="2250" spc="-10" dirty="0">
                <a:solidFill>
                  <a:srgbClr val="252920"/>
                </a:solidFill>
                <a:latin typeface="Trebuchet MS"/>
                <a:cs typeface="Trebuchet MS"/>
              </a:rPr>
              <a:t>interprétation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1016000" y="699008"/>
            <a:ext cx="282257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260" dirty="0">
                <a:solidFill>
                  <a:srgbClr val="252920"/>
                </a:solidFill>
                <a:latin typeface="Times New Roman"/>
                <a:cs typeface="Times New Roman"/>
              </a:rPr>
              <a:t>Partie</a:t>
            </a:r>
            <a:r>
              <a:rPr sz="4500" spc="-90" dirty="0">
                <a:solidFill>
                  <a:srgbClr val="252920"/>
                </a:solidFill>
                <a:latin typeface="Times New Roman"/>
                <a:cs typeface="Times New Roman"/>
              </a:rPr>
              <a:t> </a:t>
            </a:r>
            <a:r>
              <a:rPr sz="4500" spc="-385" dirty="0">
                <a:solidFill>
                  <a:srgbClr val="252920"/>
                </a:solidFill>
                <a:latin typeface="Times New Roman"/>
                <a:cs typeface="Times New Roman"/>
              </a:rPr>
              <a:t>1</a:t>
            </a:r>
            <a:r>
              <a:rPr sz="4500" spc="-85" dirty="0">
                <a:solidFill>
                  <a:srgbClr val="252920"/>
                </a:solidFill>
                <a:latin typeface="Times New Roman"/>
                <a:cs typeface="Times New Roman"/>
              </a:rPr>
              <a:t> </a:t>
            </a:r>
            <a:r>
              <a:rPr sz="4500" spc="135" dirty="0">
                <a:solidFill>
                  <a:srgbClr val="252920"/>
                </a:solidFill>
                <a:latin typeface="Times New Roman"/>
                <a:cs typeface="Times New Roman"/>
              </a:rPr>
              <a:t>-</a:t>
            </a:r>
            <a:r>
              <a:rPr sz="4500" spc="-90" dirty="0">
                <a:solidFill>
                  <a:srgbClr val="252920"/>
                </a:solidFill>
                <a:latin typeface="Times New Roman"/>
                <a:cs typeface="Times New Roman"/>
              </a:rPr>
              <a:t> </a:t>
            </a:r>
            <a:r>
              <a:rPr sz="4500" spc="-50" dirty="0">
                <a:solidFill>
                  <a:srgbClr val="252920"/>
                </a:solidFill>
                <a:latin typeface="Times New Roman"/>
                <a:cs typeface="Times New Roman"/>
              </a:rPr>
              <a:t>A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32700" y="1687705"/>
            <a:ext cx="345567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A18F62"/>
                </a:solidFill>
                <a:latin typeface="Times New Roman"/>
                <a:cs typeface="Times New Roman"/>
              </a:rPr>
              <a:t>PRÉTRAITEMENT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29" name="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0807" y="5622640"/>
            <a:ext cx="104775" cy="104774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0807" y="6022690"/>
            <a:ext cx="104775" cy="104774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7669032" y="4674680"/>
            <a:ext cx="4142104" cy="157099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250" spc="-210" dirty="0">
                <a:solidFill>
                  <a:srgbClr val="252920"/>
                </a:solidFill>
                <a:latin typeface="Arial Black"/>
                <a:cs typeface="Arial Black"/>
              </a:rPr>
              <a:t>2</a:t>
            </a:r>
            <a:r>
              <a:rPr sz="2250" spc="-145" dirty="0">
                <a:solidFill>
                  <a:srgbClr val="252920"/>
                </a:solidFill>
                <a:latin typeface="Arial Black"/>
                <a:cs typeface="Arial Black"/>
              </a:rPr>
              <a:t> </a:t>
            </a:r>
            <a:r>
              <a:rPr sz="2250" spc="-130" dirty="0">
                <a:solidFill>
                  <a:srgbClr val="252920"/>
                </a:solidFill>
                <a:latin typeface="Arial Black"/>
                <a:cs typeface="Arial Black"/>
              </a:rPr>
              <a:t>types</a:t>
            </a:r>
            <a:r>
              <a:rPr sz="2250" spc="-140" dirty="0">
                <a:solidFill>
                  <a:srgbClr val="252920"/>
                </a:solidFill>
                <a:latin typeface="Arial Black"/>
                <a:cs typeface="Arial Black"/>
              </a:rPr>
              <a:t> </a:t>
            </a:r>
            <a:r>
              <a:rPr sz="2250" spc="-130" dirty="0">
                <a:solidFill>
                  <a:srgbClr val="252920"/>
                </a:solidFill>
                <a:latin typeface="Arial Black"/>
                <a:cs typeface="Arial Black"/>
              </a:rPr>
              <a:t>de</a:t>
            </a:r>
            <a:r>
              <a:rPr sz="2250" spc="-140" dirty="0">
                <a:solidFill>
                  <a:srgbClr val="252920"/>
                </a:solidFill>
                <a:latin typeface="Arial Black"/>
                <a:cs typeface="Arial Black"/>
              </a:rPr>
              <a:t> </a:t>
            </a:r>
            <a:r>
              <a:rPr sz="2250" spc="-125" dirty="0">
                <a:solidFill>
                  <a:srgbClr val="252920"/>
                </a:solidFill>
                <a:latin typeface="Arial Black"/>
                <a:cs typeface="Arial Black"/>
              </a:rPr>
              <a:t>données</a:t>
            </a:r>
            <a:r>
              <a:rPr sz="2250" spc="-140" dirty="0">
                <a:solidFill>
                  <a:srgbClr val="252920"/>
                </a:solidFill>
                <a:latin typeface="Arial Black"/>
                <a:cs typeface="Arial Black"/>
              </a:rPr>
              <a:t> </a:t>
            </a:r>
            <a:r>
              <a:rPr sz="2250" spc="-110" dirty="0">
                <a:solidFill>
                  <a:srgbClr val="252920"/>
                </a:solidFill>
                <a:latin typeface="Arial Black"/>
                <a:cs typeface="Arial Black"/>
              </a:rPr>
              <a:t>traitées</a:t>
            </a:r>
            <a:r>
              <a:rPr sz="2250" spc="-140" dirty="0">
                <a:solidFill>
                  <a:srgbClr val="252920"/>
                </a:solidFill>
                <a:latin typeface="Arial Black"/>
                <a:cs typeface="Arial Black"/>
              </a:rPr>
              <a:t> </a:t>
            </a:r>
            <a:r>
              <a:rPr sz="2250" spc="-50" dirty="0">
                <a:solidFill>
                  <a:srgbClr val="252920"/>
                </a:solidFill>
                <a:latin typeface="Arial Black"/>
                <a:cs typeface="Arial Black"/>
              </a:rPr>
              <a:t>:</a:t>
            </a:r>
            <a:endParaRPr sz="2250">
              <a:latin typeface="Arial Black"/>
              <a:cs typeface="Arial Black"/>
            </a:endParaRPr>
          </a:p>
          <a:p>
            <a:pPr marL="501015" marR="5080">
              <a:lnSpc>
                <a:spcPct val="116700"/>
              </a:lnSpc>
              <a:spcBef>
                <a:spcPts val="3145"/>
              </a:spcBef>
            </a:pPr>
            <a:r>
              <a:rPr sz="2250" spc="-55" dirty="0">
                <a:solidFill>
                  <a:srgbClr val="252920"/>
                </a:solidFill>
                <a:latin typeface="Trebuchet MS"/>
                <a:cs typeface="Trebuchet MS"/>
              </a:rPr>
              <a:t>Texte</a:t>
            </a:r>
            <a:r>
              <a:rPr sz="2250" spc="-65" dirty="0">
                <a:solidFill>
                  <a:srgbClr val="252920"/>
                </a:solidFill>
                <a:latin typeface="Trebuchet MS"/>
                <a:cs typeface="Trebuchet MS"/>
              </a:rPr>
              <a:t> </a:t>
            </a:r>
            <a:r>
              <a:rPr sz="2250" spc="-10" dirty="0">
                <a:solidFill>
                  <a:srgbClr val="252920"/>
                </a:solidFill>
                <a:latin typeface="Trebuchet MS"/>
                <a:cs typeface="Trebuchet MS"/>
              </a:rPr>
              <a:t>(description</a:t>
            </a:r>
            <a:r>
              <a:rPr sz="2250" spc="-65" dirty="0">
                <a:solidFill>
                  <a:srgbClr val="252920"/>
                </a:solidFill>
                <a:latin typeface="Trebuchet MS"/>
                <a:cs typeface="Trebuchet MS"/>
              </a:rPr>
              <a:t> </a:t>
            </a:r>
            <a:r>
              <a:rPr sz="2250" dirty="0">
                <a:solidFill>
                  <a:srgbClr val="252920"/>
                </a:solidFill>
                <a:latin typeface="Trebuchet MS"/>
                <a:cs typeface="Trebuchet MS"/>
              </a:rPr>
              <a:t>de</a:t>
            </a:r>
            <a:r>
              <a:rPr sz="2250" spc="-60" dirty="0">
                <a:solidFill>
                  <a:srgbClr val="252920"/>
                </a:solidFill>
                <a:latin typeface="Trebuchet MS"/>
                <a:cs typeface="Trebuchet MS"/>
              </a:rPr>
              <a:t> </a:t>
            </a:r>
            <a:r>
              <a:rPr sz="2250" spc="-125" dirty="0">
                <a:solidFill>
                  <a:srgbClr val="252920"/>
                </a:solidFill>
                <a:latin typeface="Trebuchet MS"/>
                <a:cs typeface="Trebuchet MS"/>
              </a:rPr>
              <a:t>l’objet) </a:t>
            </a:r>
            <a:r>
              <a:rPr sz="2250" dirty="0">
                <a:solidFill>
                  <a:srgbClr val="252920"/>
                </a:solidFill>
                <a:latin typeface="Trebuchet MS"/>
                <a:cs typeface="Trebuchet MS"/>
              </a:rPr>
              <a:t>Image</a:t>
            </a:r>
            <a:r>
              <a:rPr sz="2250" spc="5" dirty="0">
                <a:solidFill>
                  <a:srgbClr val="252920"/>
                </a:solidFill>
                <a:latin typeface="Trebuchet MS"/>
                <a:cs typeface="Trebuchet MS"/>
              </a:rPr>
              <a:t> </a:t>
            </a:r>
            <a:r>
              <a:rPr sz="2250" spc="-50" dirty="0">
                <a:solidFill>
                  <a:srgbClr val="252920"/>
                </a:solidFill>
                <a:latin typeface="Trebuchet MS"/>
                <a:cs typeface="Trebuchet MS"/>
              </a:rPr>
              <a:t>(illustration</a:t>
            </a:r>
            <a:r>
              <a:rPr sz="2250" spc="5" dirty="0">
                <a:solidFill>
                  <a:srgbClr val="252920"/>
                </a:solidFill>
                <a:latin typeface="Trebuchet MS"/>
                <a:cs typeface="Trebuchet MS"/>
              </a:rPr>
              <a:t> </a:t>
            </a:r>
            <a:r>
              <a:rPr sz="2250" dirty="0">
                <a:solidFill>
                  <a:srgbClr val="252920"/>
                </a:solidFill>
                <a:latin typeface="Trebuchet MS"/>
                <a:cs typeface="Trebuchet MS"/>
              </a:rPr>
              <a:t>de</a:t>
            </a:r>
            <a:r>
              <a:rPr sz="2250" spc="5" dirty="0">
                <a:solidFill>
                  <a:srgbClr val="252920"/>
                </a:solidFill>
                <a:latin typeface="Trebuchet MS"/>
                <a:cs typeface="Trebuchet MS"/>
              </a:rPr>
              <a:t> </a:t>
            </a:r>
            <a:r>
              <a:rPr sz="2250" spc="-120" dirty="0">
                <a:solidFill>
                  <a:srgbClr val="252920"/>
                </a:solidFill>
                <a:latin typeface="Trebuchet MS"/>
                <a:cs typeface="Trebuchet MS"/>
              </a:rPr>
              <a:t>l’objet)</a:t>
            </a:r>
            <a:endParaRPr sz="2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11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18287988" y="4321454"/>
                  </a:moveTo>
                  <a:lnTo>
                    <a:pt x="7301636" y="4321454"/>
                  </a:lnTo>
                  <a:lnTo>
                    <a:pt x="7301636" y="0"/>
                  </a:lnTo>
                  <a:lnTo>
                    <a:pt x="0" y="0"/>
                  </a:lnTo>
                  <a:lnTo>
                    <a:pt x="0" y="10286987"/>
                  </a:lnTo>
                  <a:lnTo>
                    <a:pt x="4236821" y="10286987"/>
                  </a:lnTo>
                  <a:lnTo>
                    <a:pt x="7301636" y="10286987"/>
                  </a:lnTo>
                  <a:lnTo>
                    <a:pt x="18287988" y="10286987"/>
                  </a:lnTo>
                  <a:lnTo>
                    <a:pt x="18287988" y="4321454"/>
                  </a:lnTo>
                  <a:close/>
                </a:path>
              </a:pathLst>
            </a:custGeom>
            <a:solidFill>
              <a:srgbClr val="A18F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0131" y="5185996"/>
              <a:ext cx="3209924" cy="446722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389585" y="577606"/>
            <a:ext cx="367093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/>
              <a:t>NETTOYAGE</a:t>
            </a:r>
            <a:r>
              <a:rPr sz="2600" spc="-20" dirty="0"/>
              <a:t> </a:t>
            </a:r>
            <a:r>
              <a:rPr sz="2600" spc="135" dirty="0"/>
              <a:t>DES</a:t>
            </a:r>
            <a:r>
              <a:rPr sz="2600" spc="-20" dirty="0"/>
              <a:t> </a:t>
            </a:r>
            <a:r>
              <a:rPr sz="2600" spc="-10" dirty="0"/>
              <a:t>TEXTES</a:t>
            </a:r>
            <a:endParaRPr sz="2600"/>
          </a:p>
        </p:txBody>
      </p:sp>
      <p:sp>
        <p:nvSpPr>
          <p:cNvPr id="6" name="object 6"/>
          <p:cNvSpPr txBox="1"/>
          <p:nvPr/>
        </p:nvSpPr>
        <p:spPr>
          <a:xfrm>
            <a:off x="8389585" y="1245926"/>
            <a:ext cx="819277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sz="2300" dirty="0">
                <a:solidFill>
                  <a:srgbClr val="EBD9A7"/>
                </a:solidFill>
                <a:latin typeface="Trebuchet MS"/>
                <a:cs typeface="Trebuchet MS"/>
              </a:rPr>
              <a:t>(suppression</a:t>
            </a:r>
            <a:r>
              <a:rPr sz="2300" spc="15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300" dirty="0">
                <a:solidFill>
                  <a:srgbClr val="EBD9A7"/>
                </a:solidFill>
                <a:latin typeface="Trebuchet MS"/>
                <a:cs typeface="Trebuchet MS"/>
              </a:rPr>
              <a:t>de</a:t>
            </a:r>
            <a:r>
              <a:rPr sz="2300" spc="20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300" spc="-90" dirty="0">
                <a:solidFill>
                  <a:srgbClr val="EBD9A7"/>
                </a:solidFill>
                <a:latin typeface="Trebuchet MS"/>
                <a:cs typeface="Trebuchet MS"/>
              </a:rPr>
              <a:t>la</a:t>
            </a:r>
            <a:r>
              <a:rPr sz="2300" spc="15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EBD9A7"/>
                </a:solidFill>
                <a:latin typeface="Trebuchet MS"/>
                <a:cs typeface="Trebuchet MS"/>
              </a:rPr>
              <a:t>ponctuation,</a:t>
            </a:r>
            <a:r>
              <a:rPr sz="2300" spc="20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300" dirty="0">
                <a:solidFill>
                  <a:srgbClr val="EBD9A7"/>
                </a:solidFill>
                <a:latin typeface="Trebuchet MS"/>
                <a:cs typeface="Trebuchet MS"/>
              </a:rPr>
              <a:t>nombres,</a:t>
            </a:r>
            <a:r>
              <a:rPr sz="2300" spc="15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300" dirty="0">
                <a:solidFill>
                  <a:srgbClr val="EBD9A7"/>
                </a:solidFill>
                <a:latin typeface="Trebuchet MS"/>
                <a:cs typeface="Trebuchet MS"/>
              </a:rPr>
              <a:t>mise</a:t>
            </a:r>
            <a:r>
              <a:rPr sz="2300" spc="20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300" dirty="0">
                <a:solidFill>
                  <a:srgbClr val="EBD9A7"/>
                </a:solidFill>
                <a:latin typeface="Trebuchet MS"/>
                <a:cs typeface="Trebuchet MS"/>
              </a:rPr>
              <a:t>en</a:t>
            </a:r>
            <a:r>
              <a:rPr sz="2300" spc="20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EBD9A7"/>
                </a:solidFill>
                <a:latin typeface="Trebuchet MS"/>
                <a:cs typeface="Trebuchet MS"/>
              </a:rPr>
              <a:t>minuscules, stopwords)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89585" y="2532921"/>
            <a:ext cx="2525395" cy="120269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3070"/>
              </a:lnSpc>
              <a:spcBef>
                <a:spcPts val="240"/>
              </a:spcBef>
            </a:pPr>
            <a:r>
              <a:rPr sz="2600" spc="35" dirty="0">
                <a:solidFill>
                  <a:srgbClr val="EBD9A7"/>
                </a:solidFill>
                <a:latin typeface="Trebuchet MS"/>
                <a:cs typeface="Trebuchet MS"/>
              </a:rPr>
              <a:t>TOKENISATION </a:t>
            </a:r>
            <a:r>
              <a:rPr sz="2600" spc="114" dirty="0">
                <a:solidFill>
                  <a:srgbClr val="EBD9A7"/>
                </a:solidFill>
                <a:latin typeface="Trebuchet MS"/>
                <a:cs typeface="Trebuchet MS"/>
              </a:rPr>
              <a:t>STEMMING </a:t>
            </a:r>
            <a:r>
              <a:rPr sz="2600" spc="60" dirty="0">
                <a:solidFill>
                  <a:srgbClr val="EBD9A7"/>
                </a:solidFill>
                <a:latin typeface="Trebuchet MS"/>
                <a:cs typeface="Trebuchet MS"/>
              </a:rPr>
              <a:t>LEMMATISATION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0037" y="851260"/>
            <a:ext cx="4767580" cy="2417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6199"/>
              </a:lnSpc>
              <a:spcBef>
                <a:spcPts val="100"/>
              </a:spcBef>
            </a:pPr>
            <a:r>
              <a:rPr sz="4500" spc="350" dirty="0">
                <a:solidFill>
                  <a:srgbClr val="EBD9A7"/>
                </a:solidFill>
                <a:latin typeface="Times New Roman"/>
                <a:cs typeface="Times New Roman"/>
              </a:rPr>
              <a:t>Prétraitement</a:t>
            </a:r>
            <a:r>
              <a:rPr sz="4500" spc="-50" dirty="0">
                <a:solidFill>
                  <a:srgbClr val="EBD9A7"/>
                </a:solidFill>
                <a:latin typeface="Times New Roman"/>
                <a:cs typeface="Times New Roman"/>
              </a:rPr>
              <a:t> </a:t>
            </a:r>
            <a:r>
              <a:rPr sz="4500" spc="365" dirty="0">
                <a:solidFill>
                  <a:srgbClr val="EBD9A7"/>
                </a:solidFill>
                <a:latin typeface="Times New Roman"/>
                <a:cs typeface="Times New Roman"/>
              </a:rPr>
              <a:t>des </a:t>
            </a:r>
            <a:r>
              <a:rPr sz="4500" spc="395" dirty="0">
                <a:solidFill>
                  <a:srgbClr val="EBD9A7"/>
                </a:solidFill>
                <a:latin typeface="Times New Roman"/>
                <a:cs typeface="Times New Roman"/>
              </a:rPr>
              <a:t>Données </a:t>
            </a:r>
            <a:r>
              <a:rPr sz="4500" spc="254" dirty="0">
                <a:solidFill>
                  <a:srgbClr val="EBD9A7"/>
                </a:solidFill>
                <a:latin typeface="Times New Roman"/>
                <a:cs typeface="Times New Roman"/>
              </a:rPr>
              <a:t>Textuelles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23204" y="5124251"/>
            <a:ext cx="4598035" cy="1908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6799"/>
              </a:lnSpc>
              <a:spcBef>
                <a:spcPts val="95"/>
              </a:spcBef>
            </a:pPr>
            <a:r>
              <a:rPr sz="1550" spc="-10" dirty="0">
                <a:latin typeface="Trebuchet MS"/>
                <a:cs typeface="Trebuchet MS"/>
              </a:rPr>
              <a:t>Specifications</a:t>
            </a:r>
            <a:r>
              <a:rPr sz="1550" spc="-3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of</a:t>
            </a:r>
            <a:r>
              <a:rPr sz="1550" spc="-25" dirty="0">
                <a:latin typeface="Trebuchet MS"/>
                <a:cs typeface="Trebuchet MS"/>
              </a:rPr>
              <a:t> Brillare</a:t>
            </a:r>
            <a:r>
              <a:rPr sz="1550" spc="-3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Science</a:t>
            </a:r>
            <a:r>
              <a:rPr sz="1550" spc="-25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Dandruff</a:t>
            </a:r>
            <a:r>
              <a:rPr sz="1550" spc="-25" dirty="0">
                <a:latin typeface="Trebuchet MS"/>
                <a:cs typeface="Trebuchet MS"/>
              </a:rPr>
              <a:t> </a:t>
            </a:r>
            <a:r>
              <a:rPr sz="1550" spc="-10" dirty="0">
                <a:latin typeface="Trebuchet MS"/>
                <a:cs typeface="Trebuchet MS"/>
              </a:rPr>
              <a:t>Control </a:t>
            </a:r>
            <a:r>
              <a:rPr sz="1550" spc="65" dirty="0">
                <a:latin typeface="Trebuchet MS"/>
                <a:cs typeface="Trebuchet MS"/>
              </a:rPr>
              <a:t>Shampoo</a:t>
            </a:r>
            <a:r>
              <a:rPr sz="1550" spc="-15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&amp;</a:t>
            </a:r>
            <a:r>
              <a:rPr sz="1550" spc="-15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Intenso</a:t>
            </a:r>
            <a:r>
              <a:rPr sz="1550" spc="-15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Creme</a:t>
            </a:r>
            <a:r>
              <a:rPr sz="1550" spc="-15" dirty="0">
                <a:latin typeface="Trebuchet MS"/>
                <a:cs typeface="Trebuchet MS"/>
              </a:rPr>
              <a:t> </a:t>
            </a:r>
            <a:r>
              <a:rPr sz="1550" spc="65" dirty="0">
                <a:latin typeface="Trebuchet MS"/>
                <a:cs typeface="Trebuchet MS"/>
              </a:rPr>
              <a:t>Combo</a:t>
            </a:r>
            <a:r>
              <a:rPr sz="1550" spc="-15" dirty="0">
                <a:latin typeface="Trebuchet MS"/>
                <a:cs typeface="Trebuchet MS"/>
              </a:rPr>
              <a:t> </a:t>
            </a:r>
            <a:r>
              <a:rPr sz="1550" spc="-30" dirty="0">
                <a:latin typeface="Trebuchet MS"/>
                <a:cs typeface="Trebuchet MS"/>
              </a:rPr>
              <a:t>(Set</a:t>
            </a:r>
            <a:r>
              <a:rPr sz="1550" spc="-15" dirty="0">
                <a:latin typeface="Trebuchet MS"/>
                <a:cs typeface="Trebuchet MS"/>
              </a:rPr>
              <a:t> </a:t>
            </a:r>
            <a:r>
              <a:rPr sz="1550" spc="-70" dirty="0">
                <a:latin typeface="Trebuchet MS"/>
                <a:cs typeface="Trebuchet MS"/>
              </a:rPr>
              <a:t>of)</a:t>
            </a:r>
            <a:r>
              <a:rPr sz="1550" spc="-15" dirty="0">
                <a:latin typeface="Trebuchet MS"/>
                <a:cs typeface="Trebuchet MS"/>
              </a:rPr>
              <a:t> </a:t>
            </a:r>
            <a:r>
              <a:rPr sz="1550" spc="45" dirty="0">
                <a:latin typeface="Trebuchet MS"/>
                <a:cs typeface="Trebuchet MS"/>
              </a:rPr>
              <a:t>Combo </a:t>
            </a:r>
            <a:r>
              <a:rPr sz="1550" dirty="0">
                <a:latin typeface="Trebuchet MS"/>
                <a:cs typeface="Trebuchet MS"/>
              </a:rPr>
              <a:t>Set</a:t>
            </a:r>
            <a:r>
              <a:rPr sz="1550" spc="-25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Details</a:t>
            </a:r>
            <a:r>
              <a:rPr sz="1550" spc="-20" dirty="0">
                <a:latin typeface="Trebuchet MS"/>
                <a:cs typeface="Trebuchet MS"/>
              </a:rPr>
              <a:t> </a:t>
            </a:r>
            <a:r>
              <a:rPr sz="1550" spc="65" dirty="0">
                <a:latin typeface="Trebuchet MS"/>
                <a:cs typeface="Trebuchet MS"/>
              </a:rPr>
              <a:t>Combo</a:t>
            </a:r>
            <a:r>
              <a:rPr sz="1550" spc="-2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Set</a:t>
            </a:r>
            <a:r>
              <a:rPr sz="1550" spc="-25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Contents</a:t>
            </a:r>
            <a:r>
              <a:rPr sz="1550" spc="-20" dirty="0">
                <a:latin typeface="Trebuchet MS"/>
                <a:cs typeface="Trebuchet MS"/>
              </a:rPr>
              <a:t> </a:t>
            </a:r>
            <a:r>
              <a:rPr sz="1550" spc="80" dirty="0">
                <a:latin typeface="Trebuchet MS"/>
                <a:cs typeface="Trebuchet MS"/>
              </a:rPr>
              <a:t>1</a:t>
            </a:r>
            <a:r>
              <a:rPr sz="1550" spc="-2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Dandruff</a:t>
            </a:r>
            <a:r>
              <a:rPr sz="1550" spc="-25" dirty="0">
                <a:latin typeface="Trebuchet MS"/>
                <a:cs typeface="Trebuchet MS"/>
              </a:rPr>
              <a:t> </a:t>
            </a:r>
            <a:r>
              <a:rPr sz="1550" spc="-10" dirty="0">
                <a:latin typeface="Trebuchet MS"/>
                <a:cs typeface="Trebuchet MS"/>
              </a:rPr>
              <a:t>Control </a:t>
            </a:r>
            <a:r>
              <a:rPr sz="1550" spc="65" dirty="0">
                <a:latin typeface="Trebuchet MS"/>
                <a:cs typeface="Trebuchet MS"/>
              </a:rPr>
              <a:t>Shampoo</a:t>
            </a:r>
            <a:r>
              <a:rPr sz="1550" spc="-35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150ml,</a:t>
            </a:r>
            <a:r>
              <a:rPr sz="1550" spc="-35" dirty="0">
                <a:latin typeface="Trebuchet MS"/>
                <a:cs typeface="Trebuchet MS"/>
              </a:rPr>
              <a:t> </a:t>
            </a:r>
            <a:r>
              <a:rPr sz="1550" spc="80" dirty="0">
                <a:latin typeface="Trebuchet MS"/>
                <a:cs typeface="Trebuchet MS"/>
              </a:rPr>
              <a:t>1</a:t>
            </a:r>
            <a:r>
              <a:rPr sz="1550" spc="-35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Dandruff</a:t>
            </a:r>
            <a:r>
              <a:rPr sz="1550" spc="-3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Control</a:t>
            </a:r>
            <a:r>
              <a:rPr sz="1550" spc="-35" dirty="0">
                <a:latin typeface="Trebuchet MS"/>
                <a:cs typeface="Trebuchet MS"/>
              </a:rPr>
              <a:t> </a:t>
            </a:r>
            <a:r>
              <a:rPr sz="1550" spc="-10" dirty="0">
                <a:latin typeface="Trebuchet MS"/>
                <a:cs typeface="Trebuchet MS"/>
              </a:rPr>
              <a:t>Intenso</a:t>
            </a:r>
            <a:r>
              <a:rPr sz="1550" spc="500" dirty="0">
                <a:latin typeface="Trebuchet MS"/>
                <a:cs typeface="Trebuchet MS"/>
              </a:rPr>
              <a:t>  </a:t>
            </a:r>
            <a:r>
              <a:rPr sz="1550" dirty="0">
                <a:latin typeface="Trebuchet MS"/>
                <a:cs typeface="Trebuchet MS"/>
              </a:rPr>
              <a:t>Creme</a:t>
            </a:r>
            <a:r>
              <a:rPr sz="1550" spc="-10" dirty="0">
                <a:latin typeface="Trebuchet MS"/>
                <a:cs typeface="Trebuchet MS"/>
              </a:rPr>
              <a:t> </a:t>
            </a:r>
            <a:r>
              <a:rPr sz="1550" spc="65" dirty="0">
                <a:latin typeface="Trebuchet MS"/>
                <a:cs typeface="Trebuchet MS"/>
              </a:rPr>
              <a:t>125g</a:t>
            </a:r>
            <a:r>
              <a:rPr sz="1550" spc="-10" dirty="0">
                <a:latin typeface="Trebuchet MS"/>
                <a:cs typeface="Trebuchet MS"/>
              </a:rPr>
              <a:t> Ideal </a:t>
            </a:r>
            <a:r>
              <a:rPr sz="1550" dirty="0">
                <a:latin typeface="Trebuchet MS"/>
                <a:cs typeface="Trebuchet MS"/>
              </a:rPr>
              <a:t>For</a:t>
            </a:r>
            <a:r>
              <a:rPr sz="1550" spc="-1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Women,</a:t>
            </a:r>
            <a:r>
              <a:rPr sz="1550" spc="-10" dirty="0">
                <a:latin typeface="Trebuchet MS"/>
                <a:cs typeface="Trebuchet MS"/>
              </a:rPr>
              <a:t> </a:t>
            </a:r>
            <a:r>
              <a:rPr sz="1550" spc="105" dirty="0">
                <a:latin typeface="Trebuchet MS"/>
                <a:cs typeface="Trebuchet MS"/>
              </a:rPr>
              <a:t>Men</a:t>
            </a:r>
            <a:r>
              <a:rPr sz="1550" spc="-1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Organic</a:t>
            </a:r>
            <a:r>
              <a:rPr sz="1550" spc="-10" dirty="0">
                <a:latin typeface="Trebuchet MS"/>
                <a:cs typeface="Trebuchet MS"/>
              </a:rPr>
              <a:t> </a:t>
            </a:r>
            <a:r>
              <a:rPr sz="1550" spc="75" dirty="0">
                <a:latin typeface="Trebuchet MS"/>
                <a:cs typeface="Trebuchet MS"/>
              </a:rPr>
              <a:t>No </a:t>
            </a:r>
            <a:r>
              <a:rPr sz="1550" dirty="0">
                <a:latin typeface="Trebuchet MS"/>
                <a:cs typeface="Trebuchet MS"/>
              </a:rPr>
              <a:t>General </a:t>
            </a:r>
            <a:r>
              <a:rPr sz="1550" spc="-25" dirty="0">
                <a:latin typeface="Trebuchet MS"/>
                <a:cs typeface="Trebuchet MS"/>
              </a:rPr>
              <a:t>Traits</a:t>
            </a:r>
            <a:r>
              <a:rPr sz="1550" spc="5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Professional</a:t>
            </a:r>
            <a:r>
              <a:rPr sz="1550" spc="5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Care</a:t>
            </a:r>
            <a:r>
              <a:rPr sz="1550" spc="5" dirty="0">
                <a:latin typeface="Trebuchet MS"/>
                <a:cs typeface="Trebuchet MS"/>
              </a:rPr>
              <a:t> </a:t>
            </a:r>
            <a:r>
              <a:rPr sz="1550" spc="-25" dirty="0">
                <a:latin typeface="Trebuchet MS"/>
                <a:cs typeface="Trebuchet MS"/>
              </a:rPr>
              <a:t>Yes</a:t>
            </a:r>
            <a:endParaRPr sz="15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500" spc="-10" dirty="0">
                <a:latin typeface="Arial Black"/>
                <a:cs typeface="Arial Black"/>
              </a:rPr>
              <a:t>initial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869116" y="5124251"/>
            <a:ext cx="4194175" cy="20231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-635" algn="ctr">
              <a:lnSpc>
                <a:spcPct val="116799"/>
              </a:lnSpc>
              <a:spcBef>
                <a:spcPts val="95"/>
              </a:spcBef>
            </a:pPr>
            <a:r>
              <a:rPr sz="1550" spc="-10" dirty="0">
                <a:latin typeface="Trebuchet MS"/>
                <a:cs typeface="Trebuchet MS"/>
              </a:rPr>
              <a:t>specifications</a:t>
            </a:r>
            <a:r>
              <a:rPr sz="1550" spc="-30" dirty="0">
                <a:latin typeface="Trebuchet MS"/>
                <a:cs typeface="Trebuchet MS"/>
              </a:rPr>
              <a:t> brillare</a:t>
            </a:r>
            <a:r>
              <a:rPr sz="1550" spc="-25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science</a:t>
            </a:r>
            <a:r>
              <a:rPr sz="1550" spc="-3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dandruff</a:t>
            </a:r>
            <a:r>
              <a:rPr sz="1550" spc="-25" dirty="0">
                <a:latin typeface="Trebuchet MS"/>
                <a:cs typeface="Trebuchet MS"/>
              </a:rPr>
              <a:t> </a:t>
            </a:r>
            <a:r>
              <a:rPr sz="1550" spc="-10" dirty="0">
                <a:latin typeface="Trebuchet MS"/>
                <a:cs typeface="Trebuchet MS"/>
              </a:rPr>
              <a:t>control </a:t>
            </a:r>
            <a:r>
              <a:rPr sz="1550" spc="65" dirty="0">
                <a:latin typeface="Trebuchet MS"/>
                <a:cs typeface="Trebuchet MS"/>
              </a:rPr>
              <a:t>shampoo</a:t>
            </a:r>
            <a:r>
              <a:rPr sz="1550" spc="-2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intenso</a:t>
            </a:r>
            <a:r>
              <a:rPr sz="1550" spc="-2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creme</a:t>
            </a:r>
            <a:r>
              <a:rPr sz="1550" spc="-25" dirty="0">
                <a:latin typeface="Trebuchet MS"/>
                <a:cs typeface="Trebuchet MS"/>
              </a:rPr>
              <a:t> </a:t>
            </a:r>
            <a:r>
              <a:rPr sz="1550" spc="50" dirty="0">
                <a:latin typeface="Trebuchet MS"/>
                <a:cs typeface="Trebuchet MS"/>
              </a:rPr>
              <a:t>combo</a:t>
            </a:r>
            <a:r>
              <a:rPr sz="1550" spc="-2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set</a:t>
            </a:r>
            <a:r>
              <a:rPr sz="1550" spc="-20" dirty="0">
                <a:latin typeface="Trebuchet MS"/>
                <a:cs typeface="Trebuchet MS"/>
              </a:rPr>
              <a:t> </a:t>
            </a:r>
            <a:r>
              <a:rPr sz="1550" spc="50" dirty="0">
                <a:latin typeface="Trebuchet MS"/>
                <a:cs typeface="Trebuchet MS"/>
              </a:rPr>
              <a:t>combo</a:t>
            </a:r>
            <a:r>
              <a:rPr sz="1550" spc="-20" dirty="0">
                <a:latin typeface="Trebuchet MS"/>
                <a:cs typeface="Trebuchet MS"/>
              </a:rPr>
              <a:t> </a:t>
            </a:r>
            <a:r>
              <a:rPr sz="1550" spc="-25" dirty="0">
                <a:latin typeface="Trebuchet MS"/>
                <a:cs typeface="Trebuchet MS"/>
              </a:rPr>
              <a:t>set </a:t>
            </a:r>
            <a:r>
              <a:rPr sz="1550" spc="-10" dirty="0">
                <a:latin typeface="Trebuchet MS"/>
                <a:cs typeface="Trebuchet MS"/>
              </a:rPr>
              <a:t>details</a:t>
            </a:r>
            <a:r>
              <a:rPr sz="1550" spc="-40" dirty="0">
                <a:latin typeface="Trebuchet MS"/>
                <a:cs typeface="Trebuchet MS"/>
              </a:rPr>
              <a:t> </a:t>
            </a:r>
            <a:r>
              <a:rPr sz="1550" spc="50" dirty="0">
                <a:latin typeface="Trebuchet MS"/>
                <a:cs typeface="Trebuchet MS"/>
              </a:rPr>
              <a:t>combo</a:t>
            </a:r>
            <a:r>
              <a:rPr sz="1550" spc="-4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set</a:t>
            </a:r>
            <a:r>
              <a:rPr sz="1550" spc="-4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contents</a:t>
            </a:r>
            <a:r>
              <a:rPr sz="1550" spc="-35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dandruff</a:t>
            </a:r>
            <a:r>
              <a:rPr sz="1550" spc="-40" dirty="0">
                <a:latin typeface="Trebuchet MS"/>
                <a:cs typeface="Trebuchet MS"/>
              </a:rPr>
              <a:t> </a:t>
            </a:r>
            <a:r>
              <a:rPr sz="1550" spc="-10" dirty="0">
                <a:latin typeface="Trebuchet MS"/>
                <a:cs typeface="Trebuchet MS"/>
              </a:rPr>
              <a:t>control </a:t>
            </a:r>
            <a:r>
              <a:rPr sz="1550" spc="65" dirty="0">
                <a:latin typeface="Trebuchet MS"/>
                <a:cs typeface="Trebuchet MS"/>
              </a:rPr>
              <a:t>shampoo</a:t>
            </a:r>
            <a:r>
              <a:rPr sz="1550" spc="-3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ml</a:t>
            </a:r>
            <a:r>
              <a:rPr sz="1550" spc="-3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dandruff</a:t>
            </a:r>
            <a:r>
              <a:rPr sz="1550" spc="-3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control</a:t>
            </a:r>
            <a:r>
              <a:rPr sz="1550" spc="-3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intenso</a:t>
            </a:r>
            <a:r>
              <a:rPr sz="1550" spc="-3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creme</a:t>
            </a:r>
            <a:r>
              <a:rPr sz="1550" spc="-25" dirty="0">
                <a:latin typeface="Trebuchet MS"/>
                <a:cs typeface="Trebuchet MS"/>
              </a:rPr>
              <a:t> </a:t>
            </a:r>
            <a:r>
              <a:rPr sz="1550" spc="-50" dirty="0">
                <a:latin typeface="Trebuchet MS"/>
                <a:cs typeface="Trebuchet MS"/>
              </a:rPr>
              <a:t>g </a:t>
            </a:r>
            <a:r>
              <a:rPr sz="1550" spc="-20" dirty="0">
                <a:latin typeface="Trebuchet MS"/>
                <a:cs typeface="Trebuchet MS"/>
              </a:rPr>
              <a:t>ideal</a:t>
            </a:r>
            <a:r>
              <a:rPr sz="1550" spc="-1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women</a:t>
            </a:r>
            <a:r>
              <a:rPr sz="1550" spc="-5" dirty="0">
                <a:latin typeface="Trebuchet MS"/>
                <a:cs typeface="Trebuchet MS"/>
              </a:rPr>
              <a:t> </a:t>
            </a:r>
            <a:r>
              <a:rPr sz="1550" spc="50" dirty="0">
                <a:latin typeface="Trebuchet MS"/>
                <a:cs typeface="Trebuchet MS"/>
              </a:rPr>
              <a:t>men</a:t>
            </a:r>
            <a:r>
              <a:rPr sz="1550" spc="-5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organic</a:t>
            </a:r>
            <a:r>
              <a:rPr sz="1550" spc="-1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general</a:t>
            </a:r>
            <a:r>
              <a:rPr sz="1550" spc="-5" dirty="0">
                <a:latin typeface="Trebuchet MS"/>
                <a:cs typeface="Trebuchet MS"/>
              </a:rPr>
              <a:t> </a:t>
            </a:r>
            <a:r>
              <a:rPr sz="1550" spc="-10" dirty="0">
                <a:latin typeface="Trebuchet MS"/>
                <a:cs typeface="Trebuchet MS"/>
              </a:rPr>
              <a:t>traits </a:t>
            </a:r>
            <a:r>
              <a:rPr sz="1550" dirty="0">
                <a:latin typeface="Trebuchet MS"/>
                <a:cs typeface="Trebuchet MS"/>
              </a:rPr>
              <a:t>professional</a:t>
            </a:r>
            <a:r>
              <a:rPr sz="1550" spc="15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care</a:t>
            </a:r>
            <a:r>
              <a:rPr sz="1550" spc="20" dirty="0">
                <a:latin typeface="Trebuchet MS"/>
                <a:cs typeface="Trebuchet MS"/>
              </a:rPr>
              <a:t> </a:t>
            </a:r>
            <a:r>
              <a:rPr sz="1550" spc="-25" dirty="0">
                <a:latin typeface="Trebuchet MS"/>
                <a:cs typeface="Trebuchet MS"/>
              </a:rPr>
              <a:t>yes</a:t>
            </a:r>
            <a:endParaRPr sz="1550">
              <a:latin typeface="Trebuchet MS"/>
              <a:cs typeface="Trebuchet MS"/>
            </a:endParaRPr>
          </a:p>
          <a:p>
            <a:pPr marR="111125" algn="ctr">
              <a:lnSpc>
                <a:spcPct val="100000"/>
              </a:lnSpc>
              <a:spcBef>
                <a:spcPts val="900"/>
              </a:spcBef>
            </a:pPr>
            <a:r>
              <a:rPr sz="1500" spc="-10" dirty="0">
                <a:latin typeface="Arial Black"/>
                <a:cs typeface="Arial Black"/>
              </a:rPr>
              <a:t>cleaned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601848" y="7625253"/>
            <a:ext cx="4609465" cy="1908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16799"/>
              </a:lnSpc>
              <a:spcBef>
                <a:spcPts val="95"/>
              </a:spcBef>
            </a:pPr>
            <a:r>
              <a:rPr sz="1550" spc="-20" dirty="0">
                <a:latin typeface="Trebuchet MS"/>
                <a:cs typeface="Trebuchet MS"/>
              </a:rPr>
              <a:t>specification</a:t>
            </a:r>
            <a:r>
              <a:rPr sz="1550" spc="-25" dirty="0">
                <a:latin typeface="Trebuchet MS"/>
                <a:cs typeface="Trebuchet MS"/>
              </a:rPr>
              <a:t> </a:t>
            </a:r>
            <a:r>
              <a:rPr sz="1550" spc="-30" dirty="0">
                <a:latin typeface="Trebuchet MS"/>
                <a:cs typeface="Trebuchet MS"/>
              </a:rPr>
              <a:t>brillare</a:t>
            </a:r>
            <a:r>
              <a:rPr sz="1550" spc="-2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science</a:t>
            </a:r>
            <a:r>
              <a:rPr sz="1550" spc="-2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dandruff</a:t>
            </a:r>
            <a:r>
              <a:rPr sz="1550" spc="-20" dirty="0">
                <a:latin typeface="Trebuchet MS"/>
                <a:cs typeface="Trebuchet MS"/>
              </a:rPr>
              <a:t> </a:t>
            </a:r>
            <a:r>
              <a:rPr sz="1550" spc="-10" dirty="0">
                <a:latin typeface="Trebuchet MS"/>
                <a:cs typeface="Trebuchet MS"/>
              </a:rPr>
              <a:t>control </a:t>
            </a:r>
            <a:r>
              <a:rPr sz="1550" spc="65" dirty="0">
                <a:latin typeface="Trebuchet MS"/>
                <a:cs typeface="Trebuchet MS"/>
              </a:rPr>
              <a:t>shampoo</a:t>
            </a:r>
            <a:r>
              <a:rPr sz="1550" spc="-2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intenso</a:t>
            </a:r>
            <a:r>
              <a:rPr sz="1550" spc="-2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creme</a:t>
            </a:r>
            <a:r>
              <a:rPr sz="1550" spc="-25" dirty="0">
                <a:latin typeface="Trebuchet MS"/>
                <a:cs typeface="Trebuchet MS"/>
              </a:rPr>
              <a:t> </a:t>
            </a:r>
            <a:r>
              <a:rPr sz="1550" spc="50" dirty="0">
                <a:latin typeface="Trebuchet MS"/>
                <a:cs typeface="Trebuchet MS"/>
              </a:rPr>
              <a:t>combo</a:t>
            </a:r>
            <a:r>
              <a:rPr sz="1550" spc="-2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set</a:t>
            </a:r>
            <a:r>
              <a:rPr sz="1550" spc="-20" dirty="0">
                <a:latin typeface="Trebuchet MS"/>
                <a:cs typeface="Trebuchet MS"/>
              </a:rPr>
              <a:t> </a:t>
            </a:r>
            <a:r>
              <a:rPr sz="1550" spc="50" dirty="0">
                <a:latin typeface="Trebuchet MS"/>
                <a:cs typeface="Trebuchet MS"/>
              </a:rPr>
              <a:t>combo</a:t>
            </a:r>
            <a:r>
              <a:rPr sz="1550" spc="-20" dirty="0">
                <a:latin typeface="Trebuchet MS"/>
                <a:cs typeface="Trebuchet MS"/>
              </a:rPr>
              <a:t> </a:t>
            </a:r>
            <a:r>
              <a:rPr sz="1550" spc="-25" dirty="0">
                <a:latin typeface="Trebuchet MS"/>
                <a:cs typeface="Trebuchet MS"/>
              </a:rPr>
              <a:t>set </a:t>
            </a:r>
            <a:r>
              <a:rPr sz="1550" spc="-35" dirty="0">
                <a:latin typeface="Trebuchet MS"/>
                <a:cs typeface="Trebuchet MS"/>
              </a:rPr>
              <a:t>detail</a:t>
            </a:r>
            <a:r>
              <a:rPr sz="1550" spc="-55" dirty="0">
                <a:latin typeface="Trebuchet MS"/>
                <a:cs typeface="Trebuchet MS"/>
              </a:rPr>
              <a:t> </a:t>
            </a:r>
            <a:r>
              <a:rPr sz="1550" spc="50" dirty="0">
                <a:latin typeface="Trebuchet MS"/>
                <a:cs typeface="Trebuchet MS"/>
              </a:rPr>
              <a:t>combo</a:t>
            </a:r>
            <a:r>
              <a:rPr sz="1550" spc="-5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set</a:t>
            </a:r>
            <a:r>
              <a:rPr sz="1550" spc="-5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content</a:t>
            </a:r>
            <a:r>
              <a:rPr sz="1550" spc="-5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dandruff</a:t>
            </a:r>
            <a:r>
              <a:rPr sz="1550" spc="-50" dirty="0">
                <a:latin typeface="Trebuchet MS"/>
                <a:cs typeface="Trebuchet MS"/>
              </a:rPr>
              <a:t> </a:t>
            </a:r>
            <a:r>
              <a:rPr sz="1550" spc="-10" dirty="0">
                <a:latin typeface="Trebuchet MS"/>
                <a:cs typeface="Trebuchet MS"/>
              </a:rPr>
              <a:t>control</a:t>
            </a:r>
            <a:r>
              <a:rPr sz="1550" spc="500" dirty="0">
                <a:latin typeface="Trebuchet MS"/>
                <a:cs typeface="Trebuchet MS"/>
              </a:rPr>
              <a:t> </a:t>
            </a:r>
            <a:r>
              <a:rPr sz="1550" spc="65" dirty="0">
                <a:latin typeface="Trebuchet MS"/>
                <a:cs typeface="Trebuchet MS"/>
              </a:rPr>
              <a:t>shampoo</a:t>
            </a:r>
            <a:r>
              <a:rPr sz="1550" spc="-3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ml</a:t>
            </a:r>
            <a:r>
              <a:rPr sz="1550" spc="-3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dandruff</a:t>
            </a:r>
            <a:r>
              <a:rPr sz="1550" spc="-3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control</a:t>
            </a:r>
            <a:r>
              <a:rPr sz="1550" spc="-3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intenso</a:t>
            </a:r>
            <a:r>
              <a:rPr sz="1550" spc="-3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creme</a:t>
            </a:r>
            <a:r>
              <a:rPr sz="1550" spc="-25" dirty="0">
                <a:latin typeface="Trebuchet MS"/>
                <a:cs typeface="Trebuchet MS"/>
              </a:rPr>
              <a:t> </a:t>
            </a:r>
            <a:r>
              <a:rPr sz="1550" spc="-50" dirty="0">
                <a:latin typeface="Trebuchet MS"/>
                <a:cs typeface="Trebuchet MS"/>
              </a:rPr>
              <a:t>g</a:t>
            </a:r>
            <a:r>
              <a:rPr sz="1550" spc="500" dirty="0">
                <a:latin typeface="Trebuchet MS"/>
                <a:cs typeface="Trebuchet MS"/>
              </a:rPr>
              <a:t>  </a:t>
            </a:r>
            <a:r>
              <a:rPr sz="1550" spc="-20" dirty="0">
                <a:latin typeface="Trebuchet MS"/>
                <a:cs typeface="Trebuchet MS"/>
              </a:rPr>
              <a:t>ideal</a:t>
            </a:r>
            <a:r>
              <a:rPr sz="1550" spc="-1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woman</a:t>
            </a:r>
            <a:r>
              <a:rPr sz="1550" spc="-5" dirty="0">
                <a:latin typeface="Trebuchet MS"/>
                <a:cs typeface="Trebuchet MS"/>
              </a:rPr>
              <a:t> </a:t>
            </a:r>
            <a:r>
              <a:rPr sz="1550" spc="50" dirty="0">
                <a:latin typeface="Trebuchet MS"/>
                <a:cs typeface="Trebuchet MS"/>
              </a:rPr>
              <a:t>men</a:t>
            </a:r>
            <a:r>
              <a:rPr sz="1550" spc="-1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organic</a:t>
            </a:r>
            <a:r>
              <a:rPr sz="1550" spc="-5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general</a:t>
            </a:r>
            <a:r>
              <a:rPr sz="1550" spc="-10" dirty="0">
                <a:latin typeface="Trebuchet MS"/>
                <a:cs typeface="Trebuchet MS"/>
              </a:rPr>
              <a:t> </a:t>
            </a:r>
            <a:r>
              <a:rPr sz="1550" spc="-60" dirty="0">
                <a:latin typeface="Trebuchet MS"/>
                <a:cs typeface="Trebuchet MS"/>
              </a:rPr>
              <a:t>trait</a:t>
            </a:r>
            <a:r>
              <a:rPr sz="1550" spc="-5" dirty="0">
                <a:latin typeface="Trebuchet MS"/>
                <a:cs typeface="Trebuchet MS"/>
              </a:rPr>
              <a:t> </a:t>
            </a:r>
            <a:r>
              <a:rPr sz="1550" spc="-10" dirty="0">
                <a:latin typeface="Trebuchet MS"/>
                <a:cs typeface="Trebuchet MS"/>
              </a:rPr>
              <a:t>professional </a:t>
            </a:r>
            <a:r>
              <a:rPr sz="1550" dirty="0">
                <a:latin typeface="Trebuchet MS"/>
                <a:cs typeface="Trebuchet MS"/>
              </a:rPr>
              <a:t>care</a:t>
            </a:r>
            <a:r>
              <a:rPr sz="1550" spc="-70" dirty="0">
                <a:latin typeface="Trebuchet MS"/>
                <a:cs typeface="Trebuchet MS"/>
              </a:rPr>
              <a:t> </a:t>
            </a:r>
            <a:r>
              <a:rPr sz="1550" spc="-25" dirty="0">
                <a:latin typeface="Trebuchet MS"/>
                <a:cs typeface="Trebuchet MS"/>
              </a:rPr>
              <a:t>yes</a:t>
            </a:r>
            <a:endParaRPr sz="15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500" spc="-10" dirty="0">
                <a:latin typeface="Arial Black"/>
                <a:cs typeface="Arial Black"/>
              </a:rPr>
              <a:t>lemmatised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51399" y="7625253"/>
            <a:ext cx="4541520" cy="1750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-635" algn="ctr">
              <a:lnSpc>
                <a:spcPct val="116799"/>
              </a:lnSpc>
              <a:spcBef>
                <a:spcPts val="95"/>
              </a:spcBef>
            </a:pPr>
            <a:r>
              <a:rPr sz="1550" spc="-10" dirty="0">
                <a:latin typeface="Trebuchet MS"/>
                <a:cs typeface="Trebuchet MS"/>
              </a:rPr>
              <a:t>specif</a:t>
            </a:r>
            <a:r>
              <a:rPr sz="1550" spc="-55" dirty="0">
                <a:latin typeface="Trebuchet MS"/>
                <a:cs typeface="Trebuchet MS"/>
              </a:rPr>
              <a:t> </a:t>
            </a:r>
            <a:r>
              <a:rPr sz="1550" spc="-30" dirty="0">
                <a:latin typeface="Trebuchet MS"/>
                <a:cs typeface="Trebuchet MS"/>
              </a:rPr>
              <a:t>brillar</a:t>
            </a:r>
            <a:r>
              <a:rPr sz="1550" spc="-55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scienc</a:t>
            </a:r>
            <a:r>
              <a:rPr sz="1550" spc="-55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dandruff</a:t>
            </a:r>
            <a:r>
              <a:rPr sz="1550" spc="-55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control</a:t>
            </a:r>
            <a:r>
              <a:rPr sz="1550" spc="-55" dirty="0">
                <a:latin typeface="Trebuchet MS"/>
                <a:cs typeface="Trebuchet MS"/>
              </a:rPr>
              <a:t> </a:t>
            </a:r>
            <a:r>
              <a:rPr sz="1550" spc="55" dirty="0">
                <a:latin typeface="Trebuchet MS"/>
                <a:cs typeface="Trebuchet MS"/>
              </a:rPr>
              <a:t>shampoo </a:t>
            </a:r>
            <a:r>
              <a:rPr sz="1550" dirty="0">
                <a:latin typeface="Trebuchet MS"/>
                <a:cs typeface="Trebuchet MS"/>
              </a:rPr>
              <a:t>intenso</a:t>
            </a:r>
            <a:r>
              <a:rPr sz="1550" spc="-3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creme</a:t>
            </a:r>
            <a:r>
              <a:rPr sz="1550" spc="-25" dirty="0">
                <a:latin typeface="Trebuchet MS"/>
                <a:cs typeface="Trebuchet MS"/>
              </a:rPr>
              <a:t> </a:t>
            </a:r>
            <a:r>
              <a:rPr sz="1550" spc="50" dirty="0">
                <a:latin typeface="Trebuchet MS"/>
                <a:cs typeface="Trebuchet MS"/>
              </a:rPr>
              <a:t>combo</a:t>
            </a:r>
            <a:r>
              <a:rPr sz="1550" spc="-25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set</a:t>
            </a:r>
            <a:r>
              <a:rPr sz="1550" spc="-30" dirty="0">
                <a:latin typeface="Trebuchet MS"/>
                <a:cs typeface="Trebuchet MS"/>
              </a:rPr>
              <a:t> </a:t>
            </a:r>
            <a:r>
              <a:rPr sz="1550" spc="50" dirty="0">
                <a:latin typeface="Trebuchet MS"/>
                <a:cs typeface="Trebuchet MS"/>
              </a:rPr>
              <a:t>combo</a:t>
            </a:r>
            <a:r>
              <a:rPr sz="1550" spc="-25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set</a:t>
            </a:r>
            <a:r>
              <a:rPr sz="1550" spc="-25" dirty="0">
                <a:latin typeface="Trebuchet MS"/>
                <a:cs typeface="Trebuchet MS"/>
              </a:rPr>
              <a:t> </a:t>
            </a:r>
            <a:r>
              <a:rPr sz="1550" spc="-35" dirty="0">
                <a:latin typeface="Trebuchet MS"/>
                <a:cs typeface="Trebuchet MS"/>
              </a:rPr>
              <a:t>detail</a:t>
            </a:r>
            <a:r>
              <a:rPr sz="1550" spc="-25" dirty="0">
                <a:latin typeface="Trebuchet MS"/>
                <a:cs typeface="Trebuchet MS"/>
              </a:rPr>
              <a:t> </a:t>
            </a:r>
            <a:r>
              <a:rPr sz="1550" spc="40" dirty="0">
                <a:latin typeface="Trebuchet MS"/>
                <a:cs typeface="Trebuchet MS"/>
              </a:rPr>
              <a:t>combo </a:t>
            </a:r>
            <a:r>
              <a:rPr sz="1550" dirty="0">
                <a:latin typeface="Trebuchet MS"/>
                <a:cs typeface="Trebuchet MS"/>
              </a:rPr>
              <a:t>set</a:t>
            </a:r>
            <a:r>
              <a:rPr sz="1550" spc="-65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content</a:t>
            </a:r>
            <a:r>
              <a:rPr sz="1550" spc="-6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dandruff</a:t>
            </a:r>
            <a:r>
              <a:rPr sz="1550" spc="-65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control</a:t>
            </a:r>
            <a:r>
              <a:rPr sz="1550" spc="-65" dirty="0">
                <a:latin typeface="Trebuchet MS"/>
                <a:cs typeface="Trebuchet MS"/>
              </a:rPr>
              <a:t> </a:t>
            </a:r>
            <a:r>
              <a:rPr sz="1550" spc="65" dirty="0">
                <a:latin typeface="Trebuchet MS"/>
                <a:cs typeface="Trebuchet MS"/>
              </a:rPr>
              <a:t>shampoo</a:t>
            </a:r>
            <a:r>
              <a:rPr sz="1550" spc="-6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ml</a:t>
            </a:r>
            <a:r>
              <a:rPr sz="1550" spc="-65" dirty="0">
                <a:latin typeface="Trebuchet MS"/>
                <a:cs typeface="Trebuchet MS"/>
              </a:rPr>
              <a:t> </a:t>
            </a:r>
            <a:r>
              <a:rPr sz="1550" spc="-10" dirty="0">
                <a:latin typeface="Trebuchet MS"/>
                <a:cs typeface="Trebuchet MS"/>
              </a:rPr>
              <a:t>dandruff </a:t>
            </a:r>
            <a:r>
              <a:rPr sz="1550" dirty="0">
                <a:latin typeface="Trebuchet MS"/>
                <a:cs typeface="Trebuchet MS"/>
              </a:rPr>
              <a:t>control</a:t>
            </a:r>
            <a:r>
              <a:rPr sz="1550" spc="-5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intenso</a:t>
            </a:r>
            <a:r>
              <a:rPr sz="1550" spc="-5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creme</a:t>
            </a:r>
            <a:r>
              <a:rPr sz="1550" spc="-5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g</a:t>
            </a:r>
            <a:r>
              <a:rPr sz="1550" spc="-5" dirty="0">
                <a:latin typeface="Trebuchet MS"/>
                <a:cs typeface="Trebuchet MS"/>
              </a:rPr>
              <a:t> </a:t>
            </a:r>
            <a:r>
              <a:rPr sz="1550" spc="-20" dirty="0">
                <a:latin typeface="Trebuchet MS"/>
                <a:cs typeface="Trebuchet MS"/>
              </a:rPr>
              <a:t>ideal</a:t>
            </a:r>
            <a:r>
              <a:rPr sz="1550" spc="-5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women</a:t>
            </a:r>
            <a:r>
              <a:rPr sz="1550" spc="-5" dirty="0">
                <a:latin typeface="Trebuchet MS"/>
                <a:cs typeface="Trebuchet MS"/>
              </a:rPr>
              <a:t> </a:t>
            </a:r>
            <a:r>
              <a:rPr sz="1550" spc="50" dirty="0">
                <a:latin typeface="Trebuchet MS"/>
                <a:cs typeface="Trebuchet MS"/>
              </a:rPr>
              <a:t>men</a:t>
            </a:r>
            <a:r>
              <a:rPr sz="1550" spc="-5" dirty="0">
                <a:latin typeface="Trebuchet MS"/>
                <a:cs typeface="Trebuchet MS"/>
              </a:rPr>
              <a:t> </a:t>
            </a:r>
            <a:r>
              <a:rPr sz="1550" spc="-10" dirty="0">
                <a:latin typeface="Trebuchet MS"/>
                <a:cs typeface="Trebuchet MS"/>
              </a:rPr>
              <a:t>organ </a:t>
            </a:r>
            <a:r>
              <a:rPr sz="1550" dirty="0">
                <a:latin typeface="Trebuchet MS"/>
                <a:cs typeface="Trebuchet MS"/>
              </a:rPr>
              <a:t>gener</a:t>
            </a:r>
            <a:r>
              <a:rPr sz="1550" spc="40" dirty="0">
                <a:latin typeface="Trebuchet MS"/>
                <a:cs typeface="Trebuchet MS"/>
              </a:rPr>
              <a:t> </a:t>
            </a:r>
            <a:r>
              <a:rPr sz="1550" spc="-60" dirty="0">
                <a:latin typeface="Trebuchet MS"/>
                <a:cs typeface="Trebuchet MS"/>
              </a:rPr>
              <a:t>trait</a:t>
            </a:r>
            <a:r>
              <a:rPr sz="1550" spc="45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profession</a:t>
            </a:r>
            <a:r>
              <a:rPr sz="1550" spc="40" dirty="0">
                <a:latin typeface="Trebuchet MS"/>
                <a:cs typeface="Trebuchet MS"/>
              </a:rPr>
              <a:t> </a:t>
            </a:r>
            <a:r>
              <a:rPr sz="1550" dirty="0">
                <a:latin typeface="Trebuchet MS"/>
                <a:cs typeface="Trebuchet MS"/>
              </a:rPr>
              <a:t>care</a:t>
            </a:r>
            <a:r>
              <a:rPr sz="1550" spc="45" dirty="0">
                <a:latin typeface="Trebuchet MS"/>
                <a:cs typeface="Trebuchet MS"/>
              </a:rPr>
              <a:t> </a:t>
            </a:r>
            <a:r>
              <a:rPr sz="1550" spc="-25" dirty="0">
                <a:latin typeface="Trebuchet MS"/>
                <a:cs typeface="Trebuchet MS"/>
              </a:rPr>
              <a:t>ye</a:t>
            </a:r>
            <a:endParaRPr sz="15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925"/>
              </a:spcBef>
            </a:pPr>
            <a:r>
              <a:rPr sz="1500" spc="-10" dirty="0">
                <a:latin typeface="Arial Black"/>
                <a:cs typeface="Arial Black"/>
              </a:rPr>
              <a:t>Stemmed</a:t>
            </a:r>
            <a:endParaRPr sz="15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11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18287988" y="0"/>
                  </a:moveTo>
                  <a:lnTo>
                    <a:pt x="10688599" y="0"/>
                  </a:lnTo>
                  <a:lnTo>
                    <a:pt x="10688599" y="4290796"/>
                  </a:lnTo>
                  <a:lnTo>
                    <a:pt x="0" y="4290796"/>
                  </a:lnTo>
                  <a:lnTo>
                    <a:pt x="0" y="10286987"/>
                  </a:lnTo>
                  <a:lnTo>
                    <a:pt x="10688599" y="10286987"/>
                  </a:lnTo>
                  <a:lnTo>
                    <a:pt x="14730502" y="10286987"/>
                  </a:lnTo>
                  <a:lnTo>
                    <a:pt x="18287988" y="10286987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A18F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87910" y="3504548"/>
              <a:ext cx="3552824" cy="54863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37343" y="3382811"/>
              <a:ext cx="3552824" cy="54863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88836" y="3382811"/>
              <a:ext cx="3552824" cy="54863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2104520" y="1249832"/>
            <a:ext cx="4767580" cy="1619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5080" indent="-182880">
              <a:lnSpc>
                <a:spcPct val="116199"/>
              </a:lnSpc>
              <a:spcBef>
                <a:spcPts val="100"/>
              </a:spcBef>
            </a:pPr>
            <a:r>
              <a:rPr sz="4500" spc="350" dirty="0">
                <a:solidFill>
                  <a:srgbClr val="EBD9A7"/>
                </a:solidFill>
                <a:latin typeface="Times New Roman"/>
                <a:cs typeface="Times New Roman"/>
              </a:rPr>
              <a:t>Prétraitement</a:t>
            </a:r>
            <a:r>
              <a:rPr sz="4500" spc="-50" dirty="0">
                <a:solidFill>
                  <a:srgbClr val="EBD9A7"/>
                </a:solidFill>
                <a:latin typeface="Times New Roman"/>
                <a:cs typeface="Times New Roman"/>
              </a:rPr>
              <a:t> </a:t>
            </a:r>
            <a:r>
              <a:rPr sz="4500" spc="365" dirty="0">
                <a:solidFill>
                  <a:srgbClr val="EBD9A7"/>
                </a:solidFill>
                <a:latin typeface="Times New Roman"/>
                <a:cs typeface="Times New Roman"/>
              </a:rPr>
              <a:t>des </a:t>
            </a:r>
            <a:r>
              <a:rPr sz="4500" spc="405" dirty="0">
                <a:solidFill>
                  <a:srgbClr val="EBD9A7"/>
                </a:solidFill>
                <a:latin typeface="Times New Roman"/>
                <a:cs typeface="Times New Roman"/>
              </a:rPr>
              <a:t>Données</a:t>
            </a:r>
            <a:r>
              <a:rPr sz="4500" spc="-95" dirty="0">
                <a:solidFill>
                  <a:srgbClr val="EBD9A7"/>
                </a:solidFill>
                <a:latin typeface="Times New Roman"/>
                <a:cs typeface="Times New Roman"/>
              </a:rPr>
              <a:t> </a:t>
            </a:r>
            <a:r>
              <a:rPr sz="4500" spc="260" dirty="0">
                <a:solidFill>
                  <a:srgbClr val="EBD9A7"/>
                </a:solidFill>
                <a:latin typeface="Times New Roman"/>
                <a:cs typeface="Times New Roman"/>
              </a:rPr>
              <a:t>Images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20290" y="1002137"/>
            <a:ext cx="7495540" cy="1170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70" dirty="0"/>
              <a:t>TRANSFORMATION</a:t>
            </a:r>
            <a:r>
              <a:rPr sz="2600" spc="-50" dirty="0"/>
              <a:t> </a:t>
            </a:r>
            <a:r>
              <a:rPr sz="2600" spc="114" dirty="0"/>
              <a:t>EN</a:t>
            </a:r>
            <a:r>
              <a:rPr sz="2600" spc="-50" dirty="0"/>
              <a:t> </a:t>
            </a:r>
            <a:r>
              <a:rPr sz="2600" dirty="0"/>
              <a:t>NIVEAUX</a:t>
            </a:r>
            <a:r>
              <a:rPr sz="2600" spc="-45" dirty="0"/>
              <a:t> </a:t>
            </a:r>
            <a:r>
              <a:rPr sz="2600" spc="130" dirty="0"/>
              <a:t>DE</a:t>
            </a:r>
            <a:r>
              <a:rPr sz="2600" spc="-50" dirty="0"/>
              <a:t> </a:t>
            </a:r>
            <a:r>
              <a:rPr sz="2600" spc="30" dirty="0"/>
              <a:t>GRIS</a:t>
            </a:r>
            <a:endParaRPr sz="2600"/>
          </a:p>
          <a:p>
            <a:pPr marL="12700">
              <a:lnSpc>
                <a:spcPct val="100000"/>
              </a:lnSpc>
              <a:spcBef>
                <a:spcPts val="2770"/>
              </a:spcBef>
            </a:pPr>
            <a:r>
              <a:rPr sz="2600" spc="-10" dirty="0"/>
              <a:t>FILTRAGE</a:t>
            </a:r>
            <a:r>
              <a:rPr sz="2600" spc="-110" dirty="0"/>
              <a:t> </a:t>
            </a:r>
            <a:r>
              <a:rPr sz="2600" spc="190" dirty="0"/>
              <a:t>DU</a:t>
            </a:r>
            <a:r>
              <a:rPr sz="2600" spc="-110" dirty="0"/>
              <a:t> </a:t>
            </a:r>
            <a:r>
              <a:rPr sz="2600" spc="-45" dirty="0"/>
              <a:t>BRUIT,</a:t>
            </a:r>
            <a:r>
              <a:rPr sz="2600" spc="-110" dirty="0"/>
              <a:t> </a:t>
            </a:r>
            <a:r>
              <a:rPr sz="2600" dirty="0"/>
              <a:t>AJUSTEMENT</a:t>
            </a:r>
            <a:r>
              <a:rPr sz="2600" spc="-105" dirty="0"/>
              <a:t> </a:t>
            </a:r>
            <a:r>
              <a:rPr sz="2600" spc="190" dirty="0"/>
              <a:t>DU</a:t>
            </a:r>
            <a:r>
              <a:rPr sz="2600" spc="-110" dirty="0"/>
              <a:t> </a:t>
            </a:r>
            <a:r>
              <a:rPr sz="2600" spc="-10" dirty="0"/>
              <a:t>CONTRASTE</a:t>
            </a:r>
            <a:endParaRPr sz="2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BD9A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3296" y="2745791"/>
            <a:ext cx="4381499" cy="296227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235611" y="0"/>
            <a:ext cx="11052810" cy="10287000"/>
            <a:chOff x="7235611" y="0"/>
            <a:chExt cx="11052810" cy="10287000"/>
          </a:xfrm>
        </p:grpSpPr>
        <p:sp>
          <p:nvSpPr>
            <p:cNvPr id="5" name="object 5"/>
            <p:cNvSpPr/>
            <p:nvPr/>
          </p:nvSpPr>
          <p:spPr>
            <a:xfrm>
              <a:off x="7235611" y="0"/>
              <a:ext cx="11052810" cy="10287000"/>
            </a:xfrm>
            <a:custGeom>
              <a:avLst/>
              <a:gdLst/>
              <a:ahLst/>
              <a:cxnLst/>
              <a:rect l="l" t="t" r="r" b="b"/>
              <a:pathLst>
                <a:path w="11052810" h="10287000">
                  <a:moveTo>
                    <a:pt x="11052387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11052387" y="0"/>
                  </a:lnTo>
                  <a:lnTo>
                    <a:pt x="11052387" y="10286999"/>
                  </a:lnTo>
                  <a:close/>
                </a:path>
              </a:pathLst>
            </a:custGeom>
            <a:solidFill>
              <a:srgbClr val="A18F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0" y="1319110"/>
              <a:ext cx="3971924" cy="18192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23632" y="765078"/>
              <a:ext cx="2924174" cy="27908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73866" y="5432796"/>
              <a:ext cx="123271" cy="1676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779933" y="5693517"/>
              <a:ext cx="111897" cy="17046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773867" y="5957869"/>
              <a:ext cx="123270" cy="1743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779933" y="6225325"/>
              <a:ext cx="111897" cy="17046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773867" y="6489644"/>
              <a:ext cx="123269" cy="17438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773866" y="6755548"/>
              <a:ext cx="123271" cy="17435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773866" y="7021441"/>
              <a:ext cx="123271" cy="17436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773866" y="7287345"/>
              <a:ext cx="123271" cy="17435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779933" y="7554823"/>
              <a:ext cx="111897" cy="17044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779933" y="7820727"/>
              <a:ext cx="111897" cy="17043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779933" y="8086597"/>
              <a:ext cx="111897" cy="17046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779933" y="8352502"/>
              <a:ext cx="111897" cy="17046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773867" y="8616821"/>
              <a:ext cx="123269" cy="17435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3773867" y="8882725"/>
              <a:ext cx="123270" cy="17435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3779933" y="9150170"/>
              <a:ext cx="111897" cy="17046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3773867" y="9414500"/>
              <a:ext cx="123269" cy="17438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779933" y="9681978"/>
              <a:ext cx="111897" cy="17046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460913" y="5432796"/>
              <a:ext cx="111897" cy="16531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460913" y="5693517"/>
              <a:ext cx="111897" cy="17046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460913" y="5959421"/>
              <a:ext cx="111897" cy="17046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3460913" y="6225325"/>
              <a:ext cx="111897" cy="17046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3454825" y="6489644"/>
              <a:ext cx="123280" cy="17438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454824" y="6755548"/>
              <a:ext cx="123282" cy="17435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3460913" y="7023026"/>
              <a:ext cx="111897" cy="17043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3454824" y="7287345"/>
              <a:ext cx="123281" cy="17435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454825" y="7553249"/>
              <a:ext cx="123281" cy="17435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3460913" y="7820727"/>
              <a:ext cx="111897" cy="17043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3460913" y="8086597"/>
              <a:ext cx="111897" cy="17046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3460913" y="8352502"/>
              <a:ext cx="111897" cy="17046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3454825" y="8616821"/>
              <a:ext cx="123280" cy="17435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3454825" y="8882725"/>
              <a:ext cx="123281" cy="17435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3460913" y="9150170"/>
              <a:ext cx="111897" cy="17046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3141882" y="5432796"/>
              <a:ext cx="111897" cy="16531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3135794" y="5691965"/>
              <a:ext cx="123280" cy="174363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3141882" y="5959421"/>
              <a:ext cx="111897" cy="17046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3135794" y="6223740"/>
              <a:ext cx="123281" cy="17438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3141882" y="6491218"/>
              <a:ext cx="111897" cy="17046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3135793" y="6755548"/>
              <a:ext cx="123282" cy="17435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3141882" y="7023026"/>
              <a:ext cx="111897" cy="17043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3135793" y="7287345"/>
              <a:ext cx="123281" cy="17435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3141882" y="7554823"/>
              <a:ext cx="111897" cy="17044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3135794" y="7819153"/>
              <a:ext cx="123280" cy="17435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3141882" y="8086597"/>
              <a:ext cx="111897" cy="170467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3135794" y="8350917"/>
              <a:ext cx="123281" cy="174363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2816762" y="5432796"/>
              <a:ext cx="123282" cy="16765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2822851" y="5693517"/>
              <a:ext cx="111897" cy="170467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2816763" y="5957869"/>
              <a:ext cx="123281" cy="17435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2816763" y="6223740"/>
              <a:ext cx="123281" cy="174385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2816763" y="6489644"/>
              <a:ext cx="123280" cy="174385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2822851" y="6757122"/>
              <a:ext cx="111897" cy="17043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2816762" y="7021441"/>
              <a:ext cx="123282" cy="174363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2816763" y="7287345"/>
              <a:ext cx="123281" cy="174352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2816763" y="7553249"/>
              <a:ext cx="123281" cy="174352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2497742" y="5432796"/>
              <a:ext cx="123282" cy="16765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2503820" y="5693517"/>
              <a:ext cx="111897" cy="170467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2497743" y="5957869"/>
              <a:ext cx="123281" cy="174352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2503820" y="6225325"/>
              <a:ext cx="111897" cy="170467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2497743" y="6489644"/>
              <a:ext cx="123280" cy="17438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2503820" y="6757122"/>
              <a:ext cx="111897" cy="170434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2497742" y="7021441"/>
              <a:ext cx="123282" cy="174363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2497742" y="7287345"/>
              <a:ext cx="123281" cy="174352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2503820" y="7554823"/>
              <a:ext cx="111897" cy="170445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2497743" y="7819153"/>
              <a:ext cx="123280" cy="174352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2497743" y="8085024"/>
              <a:ext cx="123280" cy="174352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2497743" y="8350917"/>
              <a:ext cx="123281" cy="174363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2503820" y="8618394"/>
              <a:ext cx="111897" cy="170467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2497743" y="8882725"/>
              <a:ext cx="123281" cy="174352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2497743" y="9148629"/>
              <a:ext cx="123280" cy="174352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2503820" y="9416074"/>
              <a:ext cx="111897" cy="170467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2497743" y="9680393"/>
              <a:ext cx="123281" cy="174385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2178712" y="5432796"/>
              <a:ext cx="123282" cy="167650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2184789" y="5693517"/>
              <a:ext cx="111897" cy="170467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2178712" y="5957869"/>
              <a:ext cx="123281" cy="174352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2184789" y="6225325"/>
              <a:ext cx="111897" cy="170467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2184789" y="6491218"/>
              <a:ext cx="111897" cy="170467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2184789" y="6757122"/>
              <a:ext cx="111897" cy="170434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2184789" y="7023026"/>
              <a:ext cx="111897" cy="170434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2178712" y="7287345"/>
              <a:ext cx="123281" cy="174352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2178712" y="7553249"/>
              <a:ext cx="123281" cy="174352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2178712" y="7819153"/>
              <a:ext cx="123280" cy="174352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2184789" y="8086597"/>
              <a:ext cx="111897" cy="170467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2178712" y="8350917"/>
              <a:ext cx="123281" cy="174363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2184789" y="8618394"/>
              <a:ext cx="111897" cy="170467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1865759" y="5432796"/>
              <a:ext cx="111897" cy="165317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11859681" y="5691965"/>
              <a:ext cx="123280" cy="174363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11859681" y="5957869"/>
              <a:ext cx="123281" cy="174352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11859681" y="6489644"/>
              <a:ext cx="123280" cy="174385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1865759" y="6225325"/>
              <a:ext cx="111897" cy="170467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1865759" y="6757122"/>
              <a:ext cx="111897" cy="170434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1865759" y="7023026"/>
              <a:ext cx="111897" cy="170434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1859681" y="7287345"/>
              <a:ext cx="123281" cy="174352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1865759" y="7554823"/>
              <a:ext cx="111897" cy="170445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1859681" y="7819153"/>
              <a:ext cx="123280" cy="174352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1859681" y="8085024"/>
              <a:ext cx="123280" cy="174352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1540650" y="5432796"/>
              <a:ext cx="123282" cy="167650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1546728" y="5693517"/>
              <a:ext cx="111897" cy="170467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1540650" y="5957869"/>
              <a:ext cx="123281" cy="174352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1546728" y="6225325"/>
              <a:ext cx="111897" cy="170467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11540650" y="6489644"/>
              <a:ext cx="123280" cy="174385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11540650" y="6755548"/>
              <a:ext cx="123282" cy="174352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11546728" y="7023026"/>
              <a:ext cx="111897" cy="170434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11540650" y="7287345"/>
              <a:ext cx="123281" cy="174352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11546728" y="7554823"/>
              <a:ext cx="111897" cy="170445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11540650" y="7819153"/>
              <a:ext cx="123280" cy="174352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11546728" y="8086597"/>
              <a:ext cx="111897" cy="170467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11540650" y="8350917"/>
              <a:ext cx="123281" cy="174363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11546728" y="8618394"/>
              <a:ext cx="111897" cy="170467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11540650" y="8882725"/>
              <a:ext cx="123281" cy="174352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11546728" y="9150170"/>
              <a:ext cx="111897" cy="170467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11540650" y="9414500"/>
              <a:ext cx="123280" cy="174385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11227697" y="5432796"/>
              <a:ext cx="111908" cy="165317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11221620" y="5691965"/>
              <a:ext cx="123280" cy="174363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11221620" y="5957869"/>
              <a:ext cx="123281" cy="174352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11227697" y="6225325"/>
              <a:ext cx="111908" cy="170467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11221620" y="6489644"/>
              <a:ext cx="123280" cy="174385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11221619" y="6755548"/>
              <a:ext cx="123282" cy="174352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11227697" y="7023026"/>
              <a:ext cx="111908" cy="170434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11227697" y="7288919"/>
              <a:ext cx="111908" cy="170445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11221620" y="7553249"/>
              <a:ext cx="123281" cy="174352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11227697" y="7820727"/>
              <a:ext cx="111908" cy="170434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11221620" y="8085024"/>
              <a:ext cx="123280" cy="174352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11227697" y="8352502"/>
              <a:ext cx="111908" cy="170467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11221620" y="8616821"/>
              <a:ext cx="123280" cy="174352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11227697" y="8884277"/>
              <a:ext cx="111908" cy="170467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10902588" y="5432796"/>
              <a:ext cx="123282" cy="167650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10908677" y="5693517"/>
              <a:ext cx="111897" cy="170467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10902589" y="5957869"/>
              <a:ext cx="123281" cy="174352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10908677" y="6225325"/>
              <a:ext cx="111897" cy="170467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10902589" y="6489644"/>
              <a:ext cx="123280" cy="174385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10902588" y="6755548"/>
              <a:ext cx="123282" cy="174352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10908677" y="7023026"/>
              <a:ext cx="111897" cy="170434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10902588" y="7287345"/>
              <a:ext cx="123281" cy="174352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15646335" y="5432796"/>
              <a:ext cx="111886" cy="158779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15640225" y="5685438"/>
              <a:ext cx="123303" cy="174396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15640225" y="5951342"/>
              <a:ext cx="123303" cy="174363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15640225" y="6217246"/>
              <a:ext cx="123303" cy="174363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15646335" y="6484691"/>
              <a:ext cx="111886" cy="170478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15640225" y="6749010"/>
              <a:ext cx="123303" cy="174363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15640225" y="7014914"/>
              <a:ext cx="123303" cy="174352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15646335" y="7282370"/>
              <a:ext cx="111886" cy="170467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15640225" y="7546711"/>
              <a:ext cx="123302" cy="174352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15646335" y="7814167"/>
              <a:ext cx="111886" cy="170467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15640225" y="8078486"/>
              <a:ext cx="123303" cy="174352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15640224" y="8344390"/>
              <a:ext cx="123304" cy="174352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15646335" y="8611868"/>
              <a:ext cx="111886" cy="170467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15640225" y="8876154"/>
              <a:ext cx="123302" cy="174385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15640225" y="9142059"/>
              <a:ext cx="123302" cy="174385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15321215" y="5432796"/>
              <a:ext cx="123291" cy="161124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15321215" y="5685427"/>
              <a:ext cx="123292" cy="174385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5327304" y="5952883"/>
              <a:ext cx="111897" cy="170467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15321215" y="6217235"/>
              <a:ext cx="123292" cy="174352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5327304" y="6484680"/>
              <a:ext cx="111897" cy="170467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15321216" y="6749010"/>
              <a:ext cx="123291" cy="174352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5327304" y="7016488"/>
              <a:ext cx="111897" cy="170434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5327304" y="7282359"/>
              <a:ext cx="111897" cy="170467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5327304" y="7548263"/>
              <a:ext cx="111897" cy="170467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15321216" y="7812616"/>
              <a:ext cx="123291" cy="174352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15321215" y="8078486"/>
              <a:ext cx="123293" cy="174352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15321215" y="8344379"/>
              <a:ext cx="123293" cy="174363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15008284" y="5432796"/>
              <a:ext cx="111897" cy="158779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15002185" y="5685427"/>
              <a:ext cx="123303" cy="174385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15002185" y="5951331"/>
              <a:ext cx="123302" cy="174352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15008284" y="6218787"/>
              <a:ext cx="111897" cy="170467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15002185" y="6483139"/>
              <a:ext cx="123302" cy="174352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008284" y="6750584"/>
              <a:ext cx="111897" cy="170445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15002185" y="7014903"/>
              <a:ext cx="123302" cy="174363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15002185" y="7280807"/>
              <a:ext cx="123302" cy="174352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008284" y="7548263"/>
              <a:ext cx="111897" cy="170467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15002185" y="7812616"/>
              <a:ext cx="123302" cy="174352"/>
            </a:xfrm>
            <a:prstGeom prst="rect">
              <a:avLst/>
            </a:prstGeom>
          </p:spPr>
        </p:pic>
        <p:pic>
          <p:nvPicPr>
            <p:cNvPr id="177" name="object 177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15008284" y="8080060"/>
              <a:ext cx="111897" cy="170467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15002185" y="8344379"/>
              <a:ext cx="123304" cy="174363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15002185" y="8610283"/>
              <a:ext cx="123304" cy="174352"/>
            </a:xfrm>
            <a:prstGeom prst="rect">
              <a:avLst/>
            </a:prstGeom>
          </p:spPr>
        </p:pic>
        <p:pic>
          <p:nvPicPr>
            <p:cNvPr id="180" name="object 18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008284" y="8877739"/>
              <a:ext cx="111897" cy="170467"/>
            </a:xfrm>
            <a:prstGeom prst="rect">
              <a:avLst/>
            </a:prstGeom>
          </p:spPr>
        </p:pic>
        <p:pic>
          <p:nvPicPr>
            <p:cNvPr id="181" name="object 181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15002185" y="9142059"/>
              <a:ext cx="123302" cy="174385"/>
            </a:xfrm>
            <a:prstGeom prst="rect">
              <a:avLst/>
            </a:prstGeom>
          </p:spPr>
        </p:pic>
        <p:pic>
          <p:nvPicPr>
            <p:cNvPr id="182" name="object 182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15008284" y="9409536"/>
              <a:ext cx="111897" cy="170467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15002185" y="9673856"/>
              <a:ext cx="123303" cy="174385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14689253" y="5432796"/>
              <a:ext cx="111897" cy="158779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14683165" y="5685427"/>
              <a:ext cx="123270" cy="174385"/>
            </a:xfrm>
            <a:prstGeom prst="rect">
              <a:avLst/>
            </a:prstGeom>
          </p:spPr>
        </p:pic>
        <p:pic>
          <p:nvPicPr>
            <p:cNvPr id="186" name="object 186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14683165" y="6217235"/>
              <a:ext cx="123270" cy="174352"/>
            </a:xfrm>
            <a:prstGeom prst="rect">
              <a:avLst/>
            </a:prstGeom>
          </p:spPr>
        </p:pic>
        <p:pic>
          <p:nvPicPr>
            <p:cNvPr id="187" name="object 187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14689254" y="5952883"/>
              <a:ext cx="111897" cy="170467"/>
            </a:xfrm>
            <a:prstGeom prst="rect">
              <a:avLst/>
            </a:prstGeom>
          </p:spPr>
        </p:pic>
        <p:pic>
          <p:nvPicPr>
            <p:cNvPr id="188" name="object 188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14689254" y="6484680"/>
              <a:ext cx="111897" cy="170467"/>
            </a:xfrm>
            <a:prstGeom prst="rect">
              <a:avLst/>
            </a:prstGeom>
          </p:spPr>
        </p:pic>
        <p:pic>
          <p:nvPicPr>
            <p:cNvPr id="189" name="object 189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14683165" y="6749010"/>
              <a:ext cx="123269" cy="174352"/>
            </a:xfrm>
            <a:prstGeom prst="rect">
              <a:avLst/>
            </a:prstGeom>
          </p:spPr>
        </p:pic>
        <p:pic>
          <p:nvPicPr>
            <p:cNvPr id="190" name="object 190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14689254" y="7016488"/>
              <a:ext cx="111897" cy="170434"/>
            </a:xfrm>
            <a:prstGeom prst="rect">
              <a:avLst/>
            </a:prstGeom>
          </p:spPr>
        </p:pic>
        <p:pic>
          <p:nvPicPr>
            <p:cNvPr id="191" name="object 191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14683165" y="7280807"/>
              <a:ext cx="123269" cy="174352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14683165" y="7546711"/>
              <a:ext cx="123270" cy="174352"/>
            </a:xfrm>
            <a:prstGeom prst="rect">
              <a:avLst/>
            </a:prstGeom>
          </p:spPr>
        </p:pic>
        <p:pic>
          <p:nvPicPr>
            <p:cNvPr id="193" name="object 193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14689254" y="7814156"/>
              <a:ext cx="111897" cy="170467"/>
            </a:xfrm>
            <a:prstGeom prst="rect">
              <a:avLst/>
            </a:prstGeom>
          </p:spPr>
        </p:pic>
        <p:pic>
          <p:nvPicPr>
            <p:cNvPr id="194" name="object 194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14683164" y="8078486"/>
              <a:ext cx="123271" cy="174352"/>
            </a:xfrm>
            <a:prstGeom prst="rect">
              <a:avLst/>
            </a:prstGeom>
          </p:spPr>
        </p:pic>
        <p:pic>
          <p:nvPicPr>
            <p:cNvPr id="195" name="object 195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14689254" y="8345964"/>
              <a:ext cx="111897" cy="170467"/>
            </a:xfrm>
            <a:prstGeom prst="rect">
              <a:avLst/>
            </a:prstGeom>
          </p:spPr>
        </p:pic>
        <p:pic>
          <p:nvPicPr>
            <p:cNvPr id="196" name="object 196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14683164" y="8610283"/>
              <a:ext cx="123271" cy="174352"/>
            </a:xfrm>
            <a:prstGeom prst="rect">
              <a:avLst/>
            </a:prstGeom>
          </p:spPr>
        </p:pic>
        <p:pic>
          <p:nvPicPr>
            <p:cNvPr id="197" name="object 197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14689254" y="8877739"/>
              <a:ext cx="111897" cy="170467"/>
            </a:xfrm>
            <a:prstGeom prst="rect">
              <a:avLst/>
            </a:prstGeom>
          </p:spPr>
        </p:pic>
        <p:pic>
          <p:nvPicPr>
            <p:cNvPr id="198" name="object 198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14683165" y="9142059"/>
              <a:ext cx="123269" cy="174385"/>
            </a:xfrm>
            <a:prstGeom prst="rect">
              <a:avLst/>
            </a:prstGeom>
          </p:spPr>
        </p:pic>
        <p:pic>
          <p:nvPicPr>
            <p:cNvPr id="199" name="object 199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14364134" y="5432796"/>
              <a:ext cx="123269" cy="161124"/>
            </a:xfrm>
            <a:prstGeom prst="rect">
              <a:avLst/>
            </a:prstGeom>
          </p:spPr>
        </p:pic>
        <p:pic>
          <p:nvPicPr>
            <p:cNvPr id="200" name="object 20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370201" y="5687012"/>
              <a:ext cx="111897" cy="170467"/>
            </a:xfrm>
            <a:prstGeom prst="rect">
              <a:avLst/>
            </a:prstGeom>
          </p:spPr>
        </p:pic>
        <p:pic>
          <p:nvPicPr>
            <p:cNvPr id="201" name="object 201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14364134" y="5951331"/>
              <a:ext cx="123269" cy="174352"/>
            </a:xfrm>
            <a:prstGeom prst="rect">
              <a:avLst/>
            </a:prstGeom>
          </p:spPr>
        </p:pic>
        <p:pic>
          <p:nvPicPr>
            <p:cNvPr id="202" name="object 202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14370201" y="6218787"/>
              <a:ext cx="111897" cy="170467"/>
            </a:xfrm>
            <a:prstGeom prst="rect">
              <a:avLst/>
            </a:prstGeom>
          </p:spPr>
        </p:pic>
        <p:pic>
          <p:nvPicPr>
            <p:cNvPr id="203" name="object 203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14364134" y="6483139"/>
              <a:ext cx="123269" cy="174352"/>
            </a:xfrm>
            <a:prstGeom prst="rect">
              <a:avLst/>
            </a:prstGeom>
          </p:spPr>
        </p:pic>
        <p:pic>
          <p:nvPicPr>
            <p:cNvPr id="204" name="object 20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370201" y="6750584"/>
              <a:ext cx="111897" cy="170445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14364134" y="7014903"/>
              <a:ext cx="123269" cy="174363"/>
            </a:xfrm>
            <a:prstGeom prst="rect">
              <a:avLst/>
            </a:prstGeom>
          </p:spPr>
        </p:pic>
        <p:pic>
          <p:nvPicPr>
            <p:cNvPr id="206" name="object 20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370201" y="7282359"/>
              <a:ext cx="111897" cy="170467"/>
            </a:xfrm>
            <a:prstGeom prst="rect">
              <a:avLst/>
            </a:prstGeom>
          </p:spPr>
        </p:pic>
        <p:pic>
          <p:nvPicPr>
            <p:cNvPr id="207" name="object 207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14364134" y="7546711"/>
              <a:ext cx="123270" cy="174352"/>
            </a:xfrm>
            <a:prstGeom prst="rect">
              <a:avLst/>
            </a:prstGeom>
          </p:spPr>
        </p:pic>
        <p:pic>
          <p:nvPicPr>
            <p:cNvPr id="208" name="object 208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14051181" y="5432796"/>
              <a:ext cx="111897" cy="158779"/>
            </a:xfrm>
            <a:prstGeom prst="rect">
              <a:avLst/>
            </a:prstGeom>
          </p:spPr>
        </p:pic>
        <p:pic>
          <p:nvPicPr>
            <p:cNvPr id="209" name="object 209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14051181" y="5687012"/>
              <a:ext cx="111897" cy="170467"/>
            </a:xfrm>
            <a:prstGeom prst="rect">
              <a:avLst/>
            </a:prstGeom>
          </p:spPr>
        </p:pic>
        <p:pic>
          <p:nvPicPr>
            <p:cNvPr id="210" name="object 210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14045114" y="5951331"/>
              <a:ext cx="123269" cy="174352"/>
            </a:xfrm>
            <a:prstGeom prst="rect">
              <a:avLst/>
            </a:prstGeom>
          </p:spPr>
        </p:pic>
        <p:pic>
          <p:nvPicPr>
            <p:cNvPr id="211" name="object 211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14045114" y="6217235"/>
              <a:ext cx="123270" cy="174352"/>
            </a:xfrm>
            <a:prstGeom prst="rect">
              <a:avLst/>
            </a:prstGeom>
          </p:spPr>
        </p:pic>
        <p:pic>
          <p:nvPicPr>
            <p:cNvPr id="212" name="object 212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14051181" y="6484680"/>
              <a:ext cx="111897" cy="170467"/>
            </a:xfrm>
            <a:prstGeom prst="rect">
              <a:avLst/>
            </a:prstGeom>
          </p:spPr>
        </p:pic>
        <p:pic>
          <p:nvPicPr>
            <p:cNvPr id="213" name="object 213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14045114" y="6749010"/>
              <a:ext cx="123269" cy="174352"/>
            </a:xfrm>
            <a:prstGeom prst="rect">
              <a:avLst/>
            </a:prstGeom>
          </p:spPr>
        </p:pic>
        <p:pic>
          <p:nvPicPr>
            <p:cNvPr id="214" name="object 214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14045114" y="7014903"/>
              <a:ext cx="123269" cy="174363"/>
            </a:xfrm>
            <a:prstGeom prst="rect">
              <a:avLst/>
            </a:prstGeom>
          </p:spPr>
        </p:pic>
        <p:pic>
          <p:nvPicPr>
            <p:cNvPr id="215" name="object 215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14051181" y="7282359"/>
              <a:ext cx="111897" cy="170467"/>
            </a:xfrm>
            <a:prstGeom prst="rect">
              <a:avLst/>
            </a:prstGeom>
          </p:spPr>
        </p:pic>
        <p:pic>
          <p:nvPicPr>
            <p:cNvPr id="216" name="object 216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14045114" y="7546711"/>
              <a:ext cx="123270" cy="174352"/>
            </a:xfrm>
            <a:prstGeom prst="rect">
              <a:avLst/>
            </a:prstGeom>
          </p:spPr>
        </p:pic>
        <p:pic>
          <p:nvPicPr>
            <p:cNvPr id="217" name="object 217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14051181" y="7814156"/>
              <a:ext cx="111897" cy="170467"/>
            </a:xfrm>
            <a:prstGeom prst="rect">
              <a:avLst/>
            </a:prstGeom>
          </p:spPr>
        </p:pic>
        <p:pic>
          <p:nvPicPr>
            <p:cNvPr id="218" name="object 218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14045114" y="8078486"/>
              <a:ext cx="123271" cy="174352"/>
            </a:xfrm>
            <a:prstGeom prst="rect">
              <a:avLst/>
            </a:prstGeom>
          </p:spPr>
        </p:pic>
        <p:pic>
          <p:nvPicPr>
            <p:cNvPr id="219" name="object 219"/>
            <p:cNvPicPr/>
            <p:nvPr/>
          </p:nvPicPr>
          <p:blipFill>
            <a:blip r:embed="rId186" cstate="print"/>
            <a:stretch>
              <a:fillRect/>
            </a:stretch>
          </p:blipFill>
          <p:spPr>
            <a:xfrm>
              <a:off x="14045114" y="8344379"/>
              <a:ext cx="123271" cy="174363"/>
            </a:xfrm>
            <a:prstGeom prst="rect">
              <a:avLst/>
            </a:prstGeom>
          </p:spPr>
        </p:pic>
        <p:pic>
          <p:nvPicPr>
            <p:cNvPr id="220" name="object 220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14051181" y="8611868"/>
              <a:ext cx="111897" cy="170467"/>
            </a:xfrm>
            <a:prstGeom prst="rect">
              <a:avLst/>
            </a:prstGeom>
          </p:spPr>
        </p:pic>
        <p:sp>
          <p:nvSpPr>
            <p:cNvPr id="221" name="object 221"/>
            <p:cNvSpPr/>
            <p:nvPr/>
          </p:nvSpPr>
          <p:spPr>
            <a:xfrm>
              <a:off x="12206271" y="3318115"/>
              <a:ext cx="1815464" cy="1933575"/>
            </a:xfrm>
            <a:custGeom>
              <a:avLst/>
              <a:gdLst/>
              <a:ahLst/>
              <a:cxnLst/>
              <a:rect l="l" t="t" r="r" b="b"/>
              <a:pathLst>
                <a:path w="1815465" h="1933575">
                  <a:moveTo>
                    <a:pt x="0" y="0"/>
                  </a:moveTo>
                  <a:lnTo>
                    <a:pt x="141812" y="73257"/>
                  </a:lnTo>
                  <a:lnTo>
                    <a:pt x="453798" y="303952"/>
                  </a:lnTo>
                  <a:lnTo>
                    <a:pt x="765785" y="708471"/>
                  </a:lnTo>
                  <a:lnTo>
                    <a:pt x="907597" y="1303199"/>
                  </a:lnTo>
                  <a:lnTo>
                    <a:pt x="1049409" y="708471"/>
                  </a:lnTo>
                  <a:lnTo>
                    <a:pt x="1361396" y="303952"/>
                  </a:lnTo>
                  <a:lnTo>
                    <a:pt x="1673383" y="73257"/>
                  </a:lnTo>
                  <a:lnTo>
                    <a:pt x="1815195" y="0"/>
                  </a:lnTo>
                  <a:lnTo>
                    <a:pt x="1766758" y="42496"/>
                  </a:lnTo>
                  <a:lnTo>
                    <a:pt x="1720302" y="84841"/>
                  </a:lnTo>
                  <a:lnTo>
                    <a:pt x="1675800" y="127045"/>
                  </a:lnTo>
                  <a:lnTo>
                    <a:pt x="1633226" y="169122"/>
                  </a:lnTo>
                  <a:lnTo>
                    <a:pt x="1592553" y="211085"/>
                  </a:lnTo>
                  <a:lnTo>
                    <a:pt x="1553754" y="252945"/>
                  </a:lnTo>
                  <a:lnTo>
                    <a:pt x="1516803" y="294717"/>
                  </a:lnTo>
                  <a:lnTo>
                    <a:pt x="1481673" y="336411"/>
                  </a:lnTo>
                  <a:lnTo>
                    <a:pt x="1448337" y="378041"/>
                  </a:lnTo>
                  <a:lnTo>
                    <a:pt x="1416769" y="419620"/>
                  </a:lnTo>
                  <a:lnTo>
                    <a:pt x="1386943" y="461160"/>
                  </a:lnTo>
                  <a:lnTo>
                    <a:pt x="1358831" y="502673"/>
                  </a:lnTo>
                  <a:lnTo>
                    <a:pt x="1332407" y="544173"/>
                  </a:lnTo>
                  <a:lnTo>
                    <a:pt x="1307644" y="585672"/>
                  </a:lnTo>
                  <a:lnTo>
                    <a:pt x="1284516" y="627182"/>
                  </a:lnTo>
                  <a:lnTo>
                    <a:pt x="1262996" y="668716"/>
                  </a:lnTo>
                  <a:lnTo>
                    <a:pt x="1243057" y="710287"/>
                  </a:lnTo>
                  <a:lnTo>
                    <a:pt x="1224673" y="751908"/>
                  </a:lnTo>
                  <a:lnTo>
                    <a:pt x="1207817" y="793590"/>
                  </a:lnTo>
                  <a:lnTo>
                    <a:pt x="1192463" y="835347"/>
                  </a:lnTo>
                  <a:lnTo>
                    <a:pt x="1178583" y="877191"/>
                  </a:lnTo>
                  <a:lnTo>
                    <a:pt x="1166152" y="919134"/>
                  </a:lnTo>
                  <a:lnTo>
                    <a:pt x="1155142" y="961190"/>
                  </a:lnTo>
                  <a:lnTo>
                    <a:pt x="1145528" y="1003372"/>
                  </a:lnTo>
                  <a:lnTo>
                    <a:pt x="1137282" y="1045690"/>
                  </a:lnTo>
                  <a:lnTo>
                    <a:pt x="1130377" y="1088159"/>
                  </a:lnTo>
                  <a:lnTo>
                    <a:pt x="1124788" y="1130791"/>
                  </a:lnTo>
                  <a:lnTo>
                    <a:pt x="1120487" y="1173598"/>
                  </a:lnTo>
                  <a:lnTo>
                    <a:pt x="1117447" y="1216594"/>
                  </a:lnTo>
                  <a:lnTo>
                    <a:pt x="1115643" y="1259790"/>
                  </a:lnTo>
                  <a:lnTo>
                    <a:pt x="1115048" y="1303199"/>
                  </a:lnTo>
                  <a:lnTo>
                    <a:pt x="1319475" y="1303199"/>
                  </a:lnTo>
                  <a:lnTo>
                    <a:pt x="907597" y="1933574"/>
                  </a:lnTo>
                  <a:lnTo>
                    <a:pt x="495719" y="1303199"/>
                  </a:lnTo>
                  <a:lnTo>
                    <a:pt x="700146" y="1303199"/>
                  </a:lnTo>
                  <a:lnTo>
                    <a:pt x="699551" y="1259790"/>
                  </a:lnTo>
                  <a:lnTo>
                    <a:pt x="697747" y="1216594"/>
                  </a:lnTo>
                  <a:lnTo>
                    <a:pt x="694708" y="1173598"/>
                  </a:lnTo>
                  <a:lnTo>
                    <a:pt x="690407" y="1130791"/>
                  </a:lnTo>
                  <a:lnTo>
                    <a:pt x="684817" y="1088159"/>
                  </a:lnTo>
                  <a:lnTo>
                    <a:pt x="677913" y="1045690"/>
                  </a:lnTo>
                  <a:lnTo>
                    <a:pt x="669666" y="1003372"/>
                  </a:lnTo>
                  <a:lnTo>
                    <a:pt x="660052" y="961190"/>
                  </a:lnTo>
                  <a:lnTo>
                    <a:pt x="649042" y="919134"/>
                  </a:lnTo>
                  <a:lnTo>
                    <a:pt x="636611" y="877191"/>
                  </a:lnTo>
                  <a:lnTo>
                    <a:pt x="622732" y="835347"/>
                  </a:lnTo>
                  <a:lnTo>
                    <a:pt x="607377" y="793590"/>
                  </a:lnTo>
                  <a:lnTo>
                    <a:pt x="590521" y="751908"/>
                  </a:lnTo>
                  <a:lnTo>
                    <a:pt x="572137" y="710287"/>
                  </a:lnTo>
                  <a:lnTo>
                    <a:pt x="552199" y="668716"/>
                  </a:lnTo>
                  <a:lnTo>
                    <a:pt x="530679" y="627182"/>
                  </a:lnTo>
                  <a:lnTo>
                    <a:pt x="507550" y="585672"/>
                  </a:lnTo>
                  <a:lnTo>
                    <a:pt x="482788" y="544173"/>
                  </a:lnTo>
                  <a:lnTo>
                    <a:pt x="456363" y="502673"/>
                  </a:lnTo>
                  <a:lnTo>
                    <a:pt x="428251" y="461160"/>
                  </a:lnTo>
                  <a:lnTo>
                    <a:pt x="398425" y="419620"/>
                  </a:lnTo>
                  <a:lnTo>
                    <a:pt x="366857" y="378041"/>
                  </a:lnTo>
                  <a:lnTo>
                    <a:pt x="333521" y="336411"/>
                  </a:lnTo>
                  <a:lnTo>
                    <a:pt x="298391" y="294717"/>
                  </a:lnTo>
                  <a:lnTo>
                    <a:pt x="261440" y="252945"/>
                  </a:lnTo>
                  <a:lnTo>
                    <a:pt x="222641" y="211085"/>
                  </a:lnTo>
                  <a:lnTo>
                    <a:pt x="181968" y="169122"/>
                  </a:lnTo>
                  <a:lnTo>
                    <a:pt x="139394" y="127045"/>
                  </a:lnTo>
                  <a:lnTo>
                    <a:pt x="94892" y="84841"/>
                  </a:lnTo>
                  <a:lnTo>
                    <a:pt x="48436" y="424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F0E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2" name="object 222"/>
          <p:cNvSpPr txBox="1">
            <a:spLocks noGrp="1"/>
          </p:cNvSpPr>
          <p:nvPr>
            <p:ph type="title"/>
          </p:nvPr>
        </p:nvSpPr>
        <p:spPr>
          <a:xfrm>
            <a:off x="1016000" y="699008"/>
            <a:ext cx="277876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260" dirty="0">
                <a:solidFill>
                  <a:srgbClr val="252920"/>
                </a:solidFill>
                <a:latin typeface="Times New Roman"/>
                <a:cs typeface="Times New Roman"/>
              </a:rPr>
              <a:t>Partie</a:t>
            </a:r>
            <a:r>
              <a:rPr sz="4500" spc="-90" dirty="0">
                <a:solidFill>
                  <a:srgbClr val="252920"/>
                </a:solidFill>
                <a:latin typeface="Times New Roman"/>
                <a:cs typeface="Times New Roman"/>
              </a:rPr>
              <a:t> </a:t>
            </a:r>
            <a:r>
              <a:rPr sz="4500" spc="-385" dirty="0">
                <a:solidFill>
                  <a:srgbClr val="252920"/>
                </a:solidFill>
                <a:latin typeface="Times New Roman"/>
                <a:cs typeface="Times New Roman"/>
              </a:rPr>
              <a:t>1</a:t>
            </a:r>
            <a:r>
              <a:rPr sz="4500" spc="-85" dirty="0">
                <a:solidFill>
                  <a:srgbClr val="252920"/>
                </a:solidFill>
                <a:latin typeface="Times New Roman"/>
                <a:cs typeface="Times New Roman"/>
              </a:rPr>
              <a:t> </a:t>
            </a:r>
            <a:r>
              <a:rPr sz="4500" spc="135" dirty="0">
                <a:solidFill>
                  <a:srgbClr val="252920"/>
                </a:solidFill>
                <a:latin typeface="Times New Roman"/>
                <a:cs typeface="Times New Roman"/>
              </a:rPr>
              <a:t>-</a:t>
            </a:r>
            <a:r>
              <a:rPr sz="4500" spc="-90" dirty="0">
                <a:solidFill>
                  <a:srgbClr val="252920"/>
                </a:solidFill>
                <a:latin typeface="Times New Roman"/>
                <a:cs typeface="Times New Roman"/>
              </a:rPr>
              <a:t> </a:t>
            </a:r>
            <a:r>
              <a:rPr sz="4500" spc="-50" dirty="0">
                <a:solidFill>
                  <a:srgbClr val="252920"/>
                </a:solidFill>
                <a:latin typeface="Times New Roman"/>
                <a:cs typeface="Times New Roman"/>
              </a:rPr>
              <a:t>B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223" name="object 223"/>
          <p:cNvSpPr txBox="1"/>
          <p:nvPr/>
        </p:nvSpPr>
        <p:spPr>
          <a:xfrm>
            <a:off x="1035075" y="1687705"/>
            <a:ext cx="55333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A18F62"/>
                </a:solidFill>
                <a:latin typeface="Times New Roman"/>
                <a:cs typeface="Times New Roman"/>
              </a:rPr>
              <a:t>EXTRACTION</a:t>
            </a:r>
            <a:r>
              <a:rPr sz="3200" spc="95" dirty="0">
                <a:solidFill>
                  <a:srgbClr val="A18F62"/>
                </a:solidFill>
                <a:latin typeface="Times New Roman"/>
                <a:cs typeface="Times New Roman"/>
              </a:rPr>
              <a:t> </a:t>
            </a:r>
            <a:r>
              <a:rPr sz="3200" spc="55" dirty="0">
                <a:solidFill>
                  <a:srgbClr val="A18F62"/>
                </a:solidFill>
                <a:latin typeface="Times New Roman"/>
                <a:cs typeface="Times New Roman"/>
              </a:rPr>
              <a:t>DE</a:t>
            </a:r>
            <a:r>
              <a:rPr sz="3200" spc="100" dirty="0">
                <a:solidFill>
                  <a:srgbClr val="A18F62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A18F62"/>
                </a:solidFill>
                <a:latin typeface="Times New Roman"/>
                <a:cs typeface="Times New Roman"/>
              </a:rPr>
              <a:t>FEATURES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4" name="object 224"/>
          <p:cNvSpPr txBox="1"/>
          <p:nvPr/>
        </p:nvSpPr>
        <p:spPr>
          <a:xfrm>
            <a:off x="1549097" y="6691765"/>
            <a:ext cx="4574540" cy="2146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algn="ctr">
              <a:lnSpc>
                <a:spcPct val="118000"/>
              </a:lnSpc>
              <a:spcBef>
                <a:spcPts val="90"/>
              </a:spcBef>
            </a:pPr>
            <a:r>
              <a:rPr sz="2950" spc="-110" dirty="0">
                <a:latin typeface="Arial Black"/>
                <a:cs typeface="Arial Black"/>
              </a:rPr>
              <a:t>Transformer</a:t>
            </a:r>
            <a:r>
              <a:rPr sz="2950" spc="-200" dirty="0">
                <a:latin typeface="Arial Black"/>
                <a:cs typeface="Arial Black"/>
              </a:rPr>
              <a:t> </a:t>
            </a:r>
            <a:r>
              <a:rPr sz="2950" spc="-55" dirty="0">
                <a:latin typeface="Arial Black"/>
                <a:cs typeface="Arial Black"/>
              </a:rPr>
              <a:t>du</a:t>
            </a:r>
            <a:r>
              <a:rPr sz="2950" spc="-195" dirty="0">
                <a:latin typeface="Arial Black"/>
                <a:cs typeface="Arial Black"/>
              </a:rPr>
              <a:t> </a:t>
            </a:r>
            <a:r>
              <a:rPr sz="2950" spc="-150" dirty="0">
                <a:latin typeface="Arial Black"/>
                <a:cs typeface="Arial Black"/>
              </a:rPr>
              <a:t>texte</a:t>
            </a:r>
            <a:r>
              <a:rPr sz="2950" spc="-195" dirty="0">
                <a:latin typeface="Arial Black"/>
                <a:cs typeface="Arial Black"/>
              </a:rPr>
              <a:t> </a:t>
            </a:r>
            <a:r>
              <a:rPr sz="2950" spc="-25" dirty="0">
                <a:latin typeface="Arial Black"/>
                <a:cs typeface="Arial Black"/>
              </a:rPr>
              <a:t>et </a:t>
            </a:r>
            <a:r>
              <a:rPr sz="2950" spc="-215" dirty="0">
                <a:latin typeface="Arial Black"/>
                <a:cs typeface="Arial Black"/>
              </a:rPr>
              <a:t>des</a:t>
            </a:r>
            <a:r>
              <a:rPr sz="2950" spc="-195" dirty="0">
                <a:latin typeface="Arial Black"/>
                <a:cs typeface="Arial Black"/>
              </a:rPr>
              <a:t> </a:t>
            </a:r>
            <a:r>
              <a:rPr sz="2950" spc="-190" dirty="0">
                <a:latin typeface="Arial Black"/>
                <a:cs typeface="Arial Black"/>
              </a:rPr>
              <a:t>images</a:t>
            </a:r>
            <a:r>
              <a:rPr sz="2950" spc="-195" dirty="0">
                <a:latin typeface="Arial Black"/>
                <a:cs typeface="Arial Black"/>
              </a:rPr>
              <a:t> </a:t>
            </a:r>
            <a:r>
              <a:rPr sz="2950" spc="-125" dirty="0">
                <a:latin typeface="Arial Black"/>
                <a:cs typeface="Arial Black"/>
              </a:rPr>
              <a:t>en</a:t>
            </a:r>
            <a:r>
              <a:rPr sz="2950" spc="-190" dirty="0">
                <a:latin typeface="Arial Black"/>
                <a:cs typeface="Arial Black"/>
              </a:rPr>
              <a:t> </a:t>
            </a:r>
            <a:r>
              <a:rPr sz="2950" spc="-10" dirty="0">
                <a:latin typeface="Arial Black"/>
                <a:cs typeface="Arial Black"/>
              </a:rPr>
              <a:t>données </a:t>
            </a:r>
            <a:r>
              <a:rPr sz="2950" spc="-105" dirty="0">
                <a:latin typeface="Arial Black"/>
                <a:cs typeface="Arial Black"/>
              </a:rPr>
              <a:t>numériques</a:t>
            </a:r>
            <a:r>
              <a:rPr sz="2950" spc="-150" dirty="0">
                <a:latin typeface="Arial Black"/>
                <a:cs typeface="Arial Black"/>
              </a:rPr>
              <a:t> </a:t>
            </a:r>
            <a:r>
              <a:rPr sz="2950" spc="-40" dirty="0">
                <a:latin typeface="Arial Black"/>
                <a:cs typeface="Arial Black"/>
              </a:rPr>
              <a:t>utilisables </a:t>
            </a:r>
            <a:r>
              <a:rPr sz="2950" spc="-80" dirty="0">
                <a:latin typeface="Arial Black"/>
                <a:cs typeface="Arial Black"/>
              </a:rPr>
              <a:t>par</a:t>
            </a:r>
            <a:r>
              <a:rPr sz="2950" spc="-190" dirty="0">
                <a:latin typeface="Arial Black"/>
                <a:cs typeface="Arial Black"/>
              </a:rPr>
              <a:t> </a:t>
            </a:r>
            <a:r>
              <a:rPr sz="2950" spc="-215" dirty="0">
                <a:latin typeface="Arial Black"/>
                <a:cs typeface="Arial Black"/>
              </a:rPr>
              <a:t>des</a:t>
            </a:r>
            <a:r>
              <a:rPr sz="2950" spc="-190" dirty="0">
                <a:latin typeface="Arial Black"/>
                <a:cs typeface="Arial Black"/>
              </a:rPr>
              <a:t> </a:t>
            </a:r>
            <a:r>
              <a:rPr sz="2950" spc="-10" dirty="0">
                <a:latin typeface="Arial Black"/>
                <a:cs typeface="Arial Black"/>
              </a:rPr>
              <a:t>modèles</a:t>
            </a:r>
            <a:endParaRPr sz="29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11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18287988" y="4321454"/>
                  </a:moveTo>
                  <a:lnTo>
                    <a:pt x="7301636" y="4321454"/>
                  </a:lnTo>
                  <a:lnTo>
                    <a:pt x="7301636" y="0"/>
                  </a:lnTo>
                  <a:lnTo>
                    <a:pt x="0" y="0"/>
                  </a:lnTo>
                  <a:lnTo>
                    <a:pt x="0" y="10286987"/>
                  </a:lnTo>
                  <a:lnTo>
                    <a:pt x="4236821" y="10286987"/>
                  </a:lnTo>
                  <a:lnTo>
                    <a:pt x="7301636" y="10286987"/>
                  </a:lnTo>
                  <a:lnTo>
                    <a:pt x="18287988" y="10286987"/>
                  </a:lnTo>
                  <a:lnTo>
                    <a:pt x="18287988" y="4321454"/>
                  </a:lnTo>
                  <a:close/>
                </a:path>
              </a:pathLst>
            </a:custGeom>
            <a:solidFill>
              <a:srgbClr val="A18F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" y="5406506"/>
              <a:ext cx="6715124" cy="29717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21934" y="5979579"/>
              <a:ext cx="8677275" cy="16001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27994" y="1293642"/>
              <a:ext cx="114300" cy="1142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27994" y="1684167"/>
              <a:ext cx="114300" cy="11429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848594" y="731731"/>
            <a:ext cx="3520440" cy="120269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573405" marR="5080" indent="-561340">
              <a:lnSpc>
                <a:spcPts val="3080"/>
              </a:lnSpc>
              <a:spcBef>
                <a:spcPts val="235"/>
              </a:spcBef>
            </a:pPr>
            <a:r>
              <a:rPr sz="2600" spc="130" dirty="0"/>
              <a:t>MÉTHODES</a:t>
            </a:r>
            <a:r>
              <a:rPr sz="2600" spc="-95" dirty="0"/>
              <a:t> </a:t>
            </a:r>
            <a:r>
              <a:rPr sz="2600" spc="100" dirty="0"/>
              <a:t>BASIQUES</a:t>
            </a:r>
            <a:r>
              <a:rPr sz="2600" spc="-95" dirty="0"/>
              <a:t> </a:t>
            </a:r>
            <a:r>
              <a:rPr sz="2600" spc="-385" dirty="0"/>
              <a:t>: </a:t>
            </a:r>
            <a:r>
              <a:rPr sz="2600" spc="85" dirty="0"/>
              <a:t>BAG</a:t>
            </a:r>
            <a:r>
              <a:rPr sz="2600" spc="-110" dirty="0"/>
              <a:t> </a:t>
            </a:r>
            <a:r>
              <a:rPr sz="2600" spc="75" dirty="0"/>
              <a:t>OF</a:t>
            </a:r>
            <a:r>
              <a:rPr sz="2600" spc="-105" dirty="0"/>
              <a:t> </a:t>
            </a:r>
            <a:r>
              <a:rPr sz="2600" spc="120" dirty="0"/>
              <a:t>WORDS</a:t>
            </a:r>
            <a:endParaRPr sz="2600"/>
          </a:p>
          <a:p>
            <a:pPr marL="573405">
              <a:lnSpc>
                <a:spcPts val="2975"/>
              </a:lnSpc>
            </a:pPr>
            <a:r>
              <a:rPr sz="2600" spc="-125" dirty="0"/>
              <a:t>TF-</a:t>
            </a:r>
            <a:r>
              <a:rPr sz="2600" spc="-25" dirty="0"/>
              <a:t>IDF</a:t>
            </a:r>
            <a:endParaRPr sz="2600"/>
          </a:p>
        </p:txBody>
      </p:sp>
      <p:sp>
        <p:nvSpPr>
          <p:cNvPr id="9" name="object 9"/>
          <p:cNvSpPr txBox="1"/>
          <p:nvPr/>
        </p:nvSpPr>
        <p:spPr>
          <a:xfrm>
            <a:off x="1796580" y="851260"/>
            <a:ext cx="3615054" cy="2417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6199"/>
              </a:lnSpc>
              <a:spcBef>
                <a:spcPts val="100"/>
              </a:spcBef>
            </a:pPr>
            <a:r>
              <a:rPr sz="4500" spc="305" dirty="0">
                <a:solidFill>
                  <a:srgbClr val="EBD9A7"/>
                </a:solidFill>
                <a:latin typeface="Times New Roman"/>
                <a:cs typeface="Times New Roman"/>
              </a:rPr>
              <a:t>Extraction</a:t>
            </a:r>
            <a:r>
              <a:rPr sz="4500" spc="-50" dirty="0">
                <a:solidFill>
                  <a:srgbClr val="EBD9A7"/>
                </a:solidFill>
                <a:latin typeface="Times New Roman"/>
                <a:cs typeface="Times New Roman"/>
              </a:rPr>
              <a:t> </a:t>
            </a:r>
            <a:r>
              <a:rPr sz="4500" spc="450" dirty="0">
                <a:solidFill>
                  <a:srgbClr val="EBD9A7"/>
                </a:solidFill>
                <a:latin typeface="Times New Roman"/>
                <a:cs typeface="Times New Roman"/>
              </a:rPr>
              <a:t>de </a:t>
            </a:r>
            <a:r>
              <a:rPr sz="4500" spc="320" dirty="0">
                <a:solidFill>
                  <a:srgbClr val="EBD9A7"/>
                </a:solidFill>
                <a:latin typeface="Times New Roman"/>
                <a:cs typeface="Times New Roman"/>
              </a:rPr>
              <a:t>Features </a:t>
            </a:r>
            <a:r>
              <a:rPr sz="4500" spc="254" dirty="0">
                <a:solidFill>
                  <a:srgbClr val="EBD9A7"/>
                </a:solidFill>
                <a:latin typeface="Times New Roman"/>
                <a:cs typeface="Times New Roman"/>
              </a:rPr>
              <a:t>Textuelles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11417" y="7545778"/>
            <a:ext cx="710184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0" dirty="0">
                <a:latin typeface="Lucida Sans Unicode"/>
                <a:cs typeface="Lucida Sans Unicode"/>
              </a:rPr>
              <a:t>term</a:t>
            </a:r>
            <a:r>
              <a:rPr sz="2600" spc="-165" dirty="0">
                <a:latin typeface="Lucida Sans Unicode"/>
                <a:cs typeface="Lucida Sans Unicode"/>
              </a:rPr>
              <a:t> </a:t>
            </a:r>
            <a:r>
              <a:rPr sz="2600" spc="-45" dirty="0">
                <a:latin typeface="Lucida Sans Unicode"/>
                <a:cs typeface="Lucida Sans Unicode"/>
              </a:rPr>
              <a:t>frequency</a:t>
            </a:r>
            <a:r>
              <a:rPr sz="2600" spc="-160" dirty="0">
                <a:latin typeface="Lucida Sans Unicode"/>
                <a:cs typeface="Lucida Sans Unicode"/>
              </a:rPr>
              <a:t> </a:t>
            </a:r>
            <a:r>
              <a:rPr sz="2600" spc="-409" dirty="0">
                <a:latin typeface="Lucida Sans Unicode"/>
                <a:cs typeface="Lucida Sans Unicode"/>
              </a:rPr>
              <a:t>/</a:t>
            </a:r>
            <a:r>
              <a:rPr sz="2600" spc="-150" dirty="0">
                <a:latin typeface="Lucida Sans Unicode"/>
                <a:cs typeface="Lucida Sans Unicode"/>
              </a:rPr>
              <a:t> </a:t>
            </a:r>
            <a:r>
              <a:rPr sz="2600" spc="-45" dirty="0">
                <a:latin typeface="Lucida Sans Unicode"/>
                <a:cs typeface="Lucida Sans Unicode"/>
              </a:rPr>
              <a:t>inverse</a:t>
            </a:r>
            <a:r>
              <a:rPr sz="2600" spc="-155" dirty="0">
                <a:latin typeface="Lucida Sans Unicode"/>
                <a:cs typeface="Lucida Sans Unicode"/>
              </a:rPr>
              <a:t> </a:t>
            </a:r>
            <a:r>
              <a:rPr sz="2600" spc="-45" dirty="0">
                <a:latin typeface="Lucida Sans Unicode"/>
                <a:cs typeface="Lucida Sans Unicode"/>
              </a:rPr>
              <a:t>document</a:t>
            </a:r>
            <a:r>
              <a:rPr sz="2600" spc="-160" dirty="0">
                <a:latin typeface="Lucida Sans Unicode"/>
                <a:cs typeface="Lucida Sans Unicode"/>
              </a:rPr>
              <a:t> </a:t>
            </a:r>
            <a:r>
              <a:rPr sz="2600" spc="-10" dirty="0">
                <a:latin typeface="Lucida Sans Unicode"/>
                <a:cs typeface="Lucida Sans Unicode"/>
              </a:rPr>
              <a:t>frequency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4418" y="8350325"/>
            <a:ext cx="1564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75" dirty="0">
                <a:latin typeface="Lucida Sans Unicode"/>
                <a:cs typeface="Lucida Sans Unicode"/>
              </a:rPr>
              <a:t>bag</a:t>
            </a:r>
            <a:r>
              <a:rPr sz="2000" spc="-100" dirty="0">
                <a:latin typeface="Lucida Sans Unicode"/>
                <a:cs typeface="Lucida Sans Unicode"/>
              </a:rPr>
              <a:t> </a:t>
            </a:r>
            <a:r>
              <a:rPr sz="2000" spc="-55" dirty="0">
                <a:latin typeface="Lucida Sans Unicode"/>
                <a:cs typeface="Lucida Sans Unicode"/>
              </a:rPr>
              <a:t>of</a:t>
            </a:r>
            <a:r>
              <a:rPr sz="2000" spc="-95" dirty="0">
                <a:latin typeface="Lucida Sans Unicode"/>
                <a:cs typeface="Lucida Sans Unicode"/>
              </a:rPr>
              <a:t> </a:t>
            </a:r>
            <a:r>
              <a:rPr sz="2000" spc="-20" dirty="0">
                <a:latin typeface="Lucida Sans Unicode"/>
                <a:cs typeface="Lucida Sans Unicode"/>
              </a:rPr>
              <a:t>words</a:t>
            </a:r>
            <a:endParaRPr sz="2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11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18287988" y="4321454"/>
                  </a:moveTo>
                  <a:lnTo>
                    <a:pt x="7301636" y="4321454"/>
                  </a:lnTo>
                  <a:lnTo>
                    <a:pt x="7301636" y="0"/>
                  </a:lnTo>
                  <a:lnTo>
                    <a:pt x="0" y="0"/>
                  </a:lnTo>
                  <a:lnTo>
                    <a:pt x="0" y="10286987"/>
                  </a:lnTo>
                  <a:lnTo>
                    <a:pt x="4236821" y="10286987"/>
                  </a:lnTo>
                  <a:lnTo>
                    <a:pt x="7301636" y="10286987"/>
                  </a:lnTo>
                  <a:lnTo>
                    <a:pt x="18287988" y="10286987"/>
                  </a:lnTo>
                  <a:lnTo>
                    <a:pt x="18287988" y="4321454"/>
                  </a:lnTo>
                  <a:close/>
                </a:path>
              </a:pathLst>
            </a:custGeom>
            <a:solidFill>
              <a:srgbClr val="A18F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226" y="5710849"/>
              <a:ext cx="6038849" cy="22955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22700" y="4999783"/>
              <a:ext cx="4838699" cy="30098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15596" y="4520480"/>
              <a:ext cx="6200774" cy="348614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733845" y="8507250"/>
              <a:ext cx="3781425" cy="686435"/>
            </a:xfrm>
            <a:custGeom>
              <a:avLst/>
              <a:gdLst/>
              <a:ahLst/>
              <a:cxnLst/>
              <a:rect l="l" t="t" r="r" b="b"/>
              <a:pathLst>
                <a:path w="3781425" h="686434">
                  <a:moveTo>
                    <a:pt x="3780965" y="32694"/>
                  </a:moveTo>
                  <a:lnTo>
                    <a:pt x="3779230" y="95579"/>
                  </a:lnTo>
                  <a:lnTo>
                    <a:pt x="3773945" y="151468"/>
                  </a:lnTo>
                  <a:lnTo>
                    <a:pt x="3764988" y="200763"/>
                  </a:lnTo>
                  <a:lnTo>
                    <a:pt x="3752238" y="243867"/>
                  </a:lnTo>
                  <a:lnTo>
                    <a:pt x="3735575" y="281181"/>
                  </a:lnTo>
                  <a:lnTo>
                    <a:pt x="3690024" y="340048"/>
                  </a:lnTo>
                  <a:lnTo>
                    <a:pt x="3630878" y="378309"/>
                  </a:lnTo>
                  <a:lnTo>
                    <a:pt x="3557857" y="399832"/>
                  </a:lnTo>
                  <a:lnTo>
                    <a:pt x="3515955" y="405380"/>
                  </a:lnTo>
                  <a:lnTo>
                    <a:pt x="3470357" y="408018"/>
                  </a:lnTo>
                  <a:lnTo>
                    <a:pt x="3420988" y="408173"/>
                  </a:lnTo>
                  <a:lnTo>
                    <a:pt x="3367772" y="406269"/>
                  </a:lnTo>
                  <a:lnTo>
                    <a:pt x="3310634" y="402731"/>
                  </a:lnTo>
                  <a:lnTo>
                    <a:pt x="3249498" y="397985"/>
                  </a:lnTo>
                  <a:lnTo>
                    <a:pt x="3142251" y="388865"/>
                  </a:lnTo>
                  <a:lnTo>
                    <a:pt x="3098238" y="385207"/>
                  </a:lnTo>
                  <a:lnTo>
                    <a:pt x="3052284" y="381586"/>
                  </a:lnTo>
                  <a:lnTo>
                    <a:pt x="3004424" y="378107"/>
                  </a:lnTo>
                  <a:lnTo>
                    <a:pt x="2954694" y="374875"/>
                  </a:lnTo>
                  <a:lnTo>
                    <a:pt x="2903127" y="371996"/>
                  </a:lnTo>
                  <a:lnTo>
                    <a:pt x="2849760" y="369573"/>
                  </a:lnTo>
                  <a:lnTo>
                    <a:pt x="2794627" y="367713"/>
                  </a:lnTo>
                  <a:lnTo>
                    <a:pt x="2737763" y="366520"/>
                  </a:lnTo>
                  <a:lnTo>
                    <a:pt x="2679204" y="366099"/>
                  </a:lnTo>
                  <a:lnTo>
                    <a:pt x="2212181" y="366099"/>
                  </a:lnTo>
                  <a:lnTo>
                    <a:pt x="2165395" y="369862"/>
                  </a:lnTo>
                  <a:lnTo>
                    <a:pt x="2120990" y="380756"/>
                  </a:lnTo>
                  <a:lnTo>
                    <a:pt x="2079564" y="398185"/>
                  </a:lnTo>
                  <a:lnTo>
                    <a:pt x="2041718" y="421554"/>
                  </a:lnTo>
                  <a:lnTo>
                    <a:pt x="2008051" y="450267"/>
                  </a:lnTo>
                  <a:lnTo>
                    <a:pt x="1979161" y="483729"/>
                  </a:lnTo>
                  <a:lnTo>
                    <a:pt x="1955648" y="521345"/>
                  </a:lnTo>
                  <a:lnTo>
                    <a:pt x="1938111" y="562520"/>
                  </a:lnTo>
                  <a:lnTo>
                    <a:pt x="1927149" y="606657"/>
                  </a:lnTo>
                  <a:lnTo>
                    <a:pt x="1923362" y="653163"/>
                  </a:lnTo>
                  <a:lnTo>
                    <a:pt x="1920780" y="665876"/>
                  </a:lnTo>
                  <a:lnTo>
                    <a:pt x="1913736" y="676257"/>
                  </a:lnTo>
                  <a:lnTo>
                    <a:pt x="1903285" y="683255"/>
                  </a:lnTo>
                  <a:lnTo>
                    <a:pt x="1890482" y="685821"/>
                  </a:lnTo>
                  <a:lnTo>
                    <a:pt x="1877690" y="683255"/>
                  </a:lnTo>
                  <a:lnTo>
                    <a:pt x="1867244" y="676257"/>
                  </a:lnTo>
                  <a:lnTo>
                    <a:pt x="1860202" y="665876"/>
                  </a:lnTo>
                  <a:lnTo>
                    <a:pt x="1857620" y="653163"/>
                  </a:lnTo>
                  <a:lnTo>
                    <a:pt x="1853833" y="606657"/>
                  </a:lnTo>
                  <a:lnTo>
                    <a:pt x="1842870" y="562520"/>
                  </a:lnTo>
                  <a:lnTo>
                    <a:pt x="1825330" y="521345"/>
                  </a:lnTo>
                  <a:lnTo>
                    <a:pt x="1801814" y="483729"/>
                  </a:lnTo>
                  <a:lnTo>
                    <a:pt x="1772920" y="450267"/>
                  </a:lnTo>
                  <a:lnTo>
                    <a:pt x="1739248" y="421554"/>
                  </a:lnTo>
                  <a:lnTo>
                    <a:pt x="1701397" y="398185"/>
                  </a:lnTo>
                  <a:lnTo>
                    <a:pt x="1659967" y="380756"/>
                  </a:lnTo>
                  <a:lnTo>
                    <a:pt x="1615557" y="369862"/>
                  </a:lnTo>
                  <a:lnTo>
                    <a:pt x="1568765" y="366099"/>
                  </a:lnTo>
                  <a:lnTo>
                    <a:pt x="1101761" y="366099"/>
                  </a:lnTo>
                  <a:lnTo>
                    <a:pt x="1043206" y="366520"/>
                  </a:lnTo>
                  <a:lnTo>
                    <a:pt x="986346" y="367713"/>
                  </a:lnTo>
                  <a:lnTo>
                    <a:pt x="931215" y="369573"/>
                  </a:lnTo>
                  <a:lnTo>
                    <a:pt x="877850" y="371996"/>
                  </a:lnTo>
                  <a:lnTo>
                    <a:pt x="826284" y="374875"/>
                  </a:lnTo>
                  <a:lnTo>
                    <a:pt x="776553" y="378107"/>
                  </a:lnTo>
                  <a:lnTo>
                    <a:pt x="728692" y="381586"/>
                  </a:lnTo>
                  <a:lnTo>
                    <a:pt x="682735" y="385207"/>
                  </a:lnTo>
                  <a:lnTo>
                    <a:pt x="638718" y="388865"/>
                  </a:lnTo>
                  <a:lnTo>
                    <a:pt x="531463" y="397985"/>
                  </a:lnTo>
                  <a:lnTo>
                    <a:pt x="470324" y="402731"/>
                  </a:lnTo>
                  <a:lnTo>
                    <a:pt x="413184" y="406269"/>
                  </a:lnTo>
                  <a:lnTo>
                    <a:pt x="359968" y="408173"/>
                  </a:lnTo>
                  <a:lnTo>
                    <a:pt x="310600" y="408018"/>
                  </a:lnTo>
                  <a:lnTo>
                    <a:pt x="265003" y="405380"/>
                  </a:lnTo>
                  <a:lnTo>
                    <a:pt x="223103" y="399832"/>
                  </a:lnTo>
                  <a:lnTo>
                    <a:pt x="184822" y="390951"/>
                  </a:lnTo>
                  <a:lnTo>
                    <a:pt x="118816" y="361483"/>
                  </a:lnTo>
                  <a:lnTo>
                    <a:pt x="66104" y="313107"/>
                  </a:lnTo>
                  <a:lnTo>
                    <a:pt x="28749" y="243867"/>
                  </a:lnTo>
                  <a:lnTo>
                    <a:pt x="15994" y="200763"/>
                  </a:lnTo>
                  <a:lnTo>
                    <a:pt x="7029" y="151468"/>
                  </a:lnTo>
                  <a:lnTo>
                    <a:pt x="1737" y="95579"/>
                  </a:lnTo>
                  <a:lnTo>
                    <a:pt x="0" y="32694"/>
                  </a:lnTo>
                  <a:lnTo>
                    <a:pt x="2581" y="19960"/>
                  </a:lnTo>
                  <a:lnTo>
                    <a:pt x="9621" y="9568"/>
                  </a:lnTo>
                  <a:lnTo>
                    <a:pt x="20061" y="2566"/>
                  </a:lnTo>
                  <a:lnTo>
                    <a:pt x="32843" y="0"/>
                  </a:lnTo>
                  <a:lnTo>
                    <a:pt x="45646" y="2566"/>
                  </a:lnTo>
                  <a:lnTo>
                    <a:pt x="56097" y="9568"/>
                  </a:lnTo>
                  <a:lnTo>
                    <a:pt x="63141" y="19960"/>
                  </a:lnTo>
                  <a:lnTo>
                    <a:pt x="65723" y="32694"/>
                  </a:lnTo>
                  <a:lnTo>
                    <a:pt x="67584" y="95238"/>
                  </a:lnTo>
                  <a:lnTo>
                    <a:pt x="73227" y="149597"/>
                  </a:lnTo>
                  <a:lnTo>
                    <a:pt x="82741" y="196106"/>
                  </a:lnTo>
                  <a:lnTo>
                    <a:pt x="96214" y="235099"/>
                  </a:lnTo>
                  <a:lnTo>
                    <a:pt x="135396" y="291871"/>
                  </a:lnTo>
                  <a:lnTo>
                    <a:pt x="189479" y="323633"/>
                  </a:lnTo>
                  <a:lnTo>
                    <a:pt x="262027" y="339487"/>
                  </a:lnTo>
                  <a:lnTo>
                    <a:pt x="305242" y="342566"/>
                  </a:lnTo>
                  <a:lnTo>
                    <a:pt x="353096" y="343009"/>
                  </a:lnTo>
                  <a:lnTo>
                    <a:pt x="405593" y="341262"/>
                  </a:lnTo>
                  <a:lnTo>
                    <a:pt x="462743" y="337773"/>
                  </a:lnTo>
                  <a:lnTo>
                    <a:pt x="524551" y="332989"/>
                  </a:lnTo>
                  <a:lnTo>
                    <a:pt x="633456" y="323732"/>
                  </a:lnTo>
                  <a:lnTo>
                    <a:pt x="677883" y="320039"/>
                  </a:lnTo>
                  <a:lnTo>
                    <a:pt x="724279" y="316384"/>
                  </a:lnTo>
                  <a:lnTo>
                    <a:pt x="772614" y="312871"/>
                  </a:lnTo>
                  <a:lnTo>
                    <a:pt x="822860" y="309608"/>
                  </a:lnTo>
                  <a:lnTo>
                    <a:pt x="874989" y="306701"/>
                  </a:lnTo>
                  <a:lnTo>
                    <a:pt x="928972" y="304255"/>
                  </a:lnTo>
                  <a:lnTo>
                    <a:pt x="984780" y="302376"/>
                  </a:lnTo>
                  <a:lnTo>
                    <a:pt x="1042386" y="301172"/>
                  </a:lnTo>
                  <a:lnTo>
                    <a:pt x="1101761" y="300746"/>
                  </a:lnTo>
                  <a:lnTo>
                    <a:pt x="1568765" y="300746"/>
                  </a:lnTo>
                  <a:lnTo>
                    <a:pt x="1621215" y="304603"/>
                  </a:lnTo>
                  <a:lnTo>
                    <a:pt x="1671268" y="315800"/>
                  </a:lnTo>
                  <a:lnTo>
                    <a:pt x="1718375" y="333780"/>
                  </a:lnTo>
                  <a:lnTo>
                    <a:pt x="1761985" y="357984"/>
                  </a:lnTo>
                  <a:lnTo>
                    <a:pt x="1801549" y="387854"/>
                  </a:lnTo>
                  <a:lnTo>
                    <a:pt x="1836517" y="422831"/>
                  </a:lnTo>
                  <a:lnTo>
                    <a:pt x="1866339" y="462359"/>
                  </a:lnTo>
                  <a:lnTo>
                    <a:pt x="1890464" y="505877"/>
                  </a:lnTo>
                  <a:lnTo>
                    <a:pt x="1914595" y="462359"/>
                  </a:lnTo>
                  <a:lnTo>
                    <a:pt x="1944421" y="422831"/>
                  </a:lnTo>
                  <a:lnTo>
                    <a:pt x="1979392" y="387854"/>
                  </a:lnTo>
                  <a:lnTo>
                    <a:pt x="2018959" y="357984"/>
                  </a:lnTo>
                  <a:lnTo>
                    <a:pt x="2062571" y="333780"/>
                  </a:lnTo>
                  <a:lnTo>
                    <a:pt x="2109678" y="315800"/>
                  </a:lnTo>
                  <a:lnTo>
                    <a:pt x="2159732" y="304603"/>
                  </a:lnTo>
                  <a:lnTo>
                    <a:pt x="2212181" y="300746"/>
                  </a:lnTo>
                  <a:lnTo>
                    <a:pt x="2679204" y="300746"/>
                  </a:lnTo>
                  <a:lnTo>
                    <a:pt x="2738574" y="301172"/>
                  </a:lnTo>
                  <a:lnTo>
                    <a:pt x="2796177" y="302376"/>
                  </a:lnTo>
                  <a:lnTo>
                    <a:pt x="2851985" y="304255"/>
                  </a:lnTo>
                  <a:lnTo>
                    <a:pt x="2905969" y="306701"/>
                  </a:lnTo>
                  <a:lnTo>
                    <a:pt x="2958100" y="309608"/>
                  </a:lnTo>
                  <a:lnTo>
                    <a:pt x="3008349" y="312871"/>
                  </a:lnTo>
                  <a:lnTo>
                    <a:pt x="3056688" y="316384"/>
                  </a:lnTo>
                  <a:lnTo>
                    <a:pt x="3103089" y="320039"/>
                  </a:lnTo>
                  <a:lnTo>
                    <a:pt x="3147521" y="323732"/>
                  </a:lnTo>
                  <a:lnTo>
                    <a:pt x="3256418" y="332989"/>
                  </a:lnTo>
                  <a:lnTo>
                    <a:pt x="3318219" y="337773"/>
                  </a:lnTo>
                  <a:lnTo>
                    <a:pt x="3375365" y="341262"/>
                  </a:lnTo>
                  <a:lnTo>
                    <a:pt x="3427862" y="343009"/>
                  </a:lnTo>
                  <a:lnTo>
                    <a:pt x="3475717" y="342566"/>
                  </a:lnTo>
                  <a:lnTo>
                    <a:pt x="3518936" y="339487"/>
                  </a:lnTo>
                  <a:lnTo>
                    <a:pt x="3557525" y="333325"/>
                  </a:lnTo>
                  <a:lnTo>
                    <a:pt x="3620835" y="309963"/>
                  </a:lnTo>
                  <a:lnTo>
                    <a:pt x="3667225" y="266909"/>
                  </a:lnTo>
                  <a:lnTo>
                    <a:pt x="3698205" y="196106"/>
                  </a:lnTo>
                  <a:lnTo>
                    <a:pt x="3707710" y="149597"/>
                  </a:lnTo>
                  <a:lnTo>
                    <a:pt x="3713346" y="95238"/>
                  </a:lnTo>
                  <a:lnTo>
                    <a:pt x="3715205" y="32694"/>
                  </a:lnTo>
                  <a:lnTo>
                    <a:pt x="3717793" y="19960"/>
                  </a:lnTo>
                  <a:lnTo>
                    <a:pt x="3724849" y="9568"/>
                  </a:lnTo>
                  <a:lnTo>
                    <a:pt x="3735312" y="2566"/>
                  </a:lnTo>
                  <a:lnTo>
                    <a:pt x="3748121" y="0"/>
                  </a:lnTo>
                  <a:lnTo>
                    <a:pt x="3760903" y="2566"/>
                  </a:lnTo>
                  <a:lnTo>
                    <a:pt x="3771343" y="9568"/>
                  </a:lnTo>
                  <a:lnTo>
                    <a:pt x="3778383" y="19960"/>
                  </a:lnTo>
                  <a:lnTo>
                    <a:pt x="3780965" y="326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00204" y="1293642"/>
              <a:ext cx="114300" cy="1142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00204" y="1684167"/>
              <a:ext cx="114300" cy="114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00204" y="2074692"/>
              <a:ext cx="114300" cy="11429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9720805" y="731731"/>
            <a:ext cx="5502275" cy="159321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573405" marR="1932939" indent="-561340">
              <a:lnSpc>
                <a:spcPts val="3080"/>
              </a:lnSpc>
              <a:spcBef>
                <a:spcPts val="235"/>
              </a:spcBef>
            </a:pPr>
            <a:r>
              <a:rPr sz="2600" spc="130" dirty="0">
                <a:solidFill>
                  <a:srgbClr val="EBD9A7"/>
                </a:solidFill>
                <a:latin typeface="Trebuchet MS"/>
                <a:cs typeface="Trebuchet MS"/>
              </a:rPr>
              <a:t>MÉTHODES</a:t>
            </a:r>
            <a:r>
              <a:rPr sz="2600" spc="-80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600" spc="55" dirty="0">
                <a:solidFill>
                  <a:srgbClr val="EBD9A7"/>
                </a:solidFill>
                <a:latin typeface="Trebuchet MS"/>
                <a:cs typeface="Trebuchet MS"/>
              </a:rPr>
              <a:t>AVANCÉES</a:t>
            </a:r>
            <a:r>
              <a:rPr sz="2600" spc="-80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600" spc="-385" dirty="0">
                <a:solidFill>
                  <a:srgbClr val="EBD9A7"/>
                </a:solidFill>
                <a:latin typeface="Trebuchet MS"/>
                <a:cs typeface="Trebuchet MS"/>
              </a:rPr>
              <a:t>: </a:t>
            </a:r>
            <a:r>
              <a:rPr sz="2600" spc="75" dirty="0">
                <a:solidFill>
                  <a:srgbClr val="EBD9A7"/>
                </a:solidFill>
                <a:latin typeface="Trebuchet MS"/>
                <a:cs typeface="Trebuchet MS"/>
              </a:rPr>
              <a:t>WORD2VEC</a:t>
            </a:r>
            <a:endParaRPr sz="2600">
              <a:latin typeface="Trebuchet MS"/>
              <a:cs typeface="Trebuchet MS"/>
            </a:endParaRPr>
          </a:p>
          <a:p>
            <a:pPr marL="573405">
              <a:lnSpc>
                <a:spcPts val="2950"/>
              </a:lnSpc>
            </a:pPr>
            <a:r>
              <a:rPr sz="2600" spc="-20" dirty="0">
                <a:solidFill>
                  <a:srgbClr val="EBD9A7"/>
                </a:solidFill>
                <a:latin typeface="Trebuchet MS"/>
                <a:cs typeface="Trebuchet MS"/>
              </a:rPr>
              <a:t>BERT</a:t>
            </a:r>
            <a:endParaRPr sz="2600">
              <a:latin typeface="Trebuchet MS"/>
              <a:cs typeface="Trebuchet MS"/>
            </a:endParaRPr>
          </a:p>
          <a:p>
            <a:pPr marL="573405">
              <a:lnSpc>
                <a:spcPts val="3095"/>
              </a:lnSpc>
            </a:pPr>
            <a:r>
              <a:rPr sz="2600" spc="50" dirty="0">
                <a:solidFill>
                  <a:srgbClr val="EBD9A7"/>
                </a:solidFill>
                <a:latin typeface="Trebuchet MS"/>
                <a:cs typeface="Trebuchet MS"/>
              </a:rPr>
              <a:t>UNIVERSAL</a:t>
            </a:r>
            <a:r>
              <a:rPr sz="2600" spc="-90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600" spc="70" dirty="0">
                <a:solidFill>
                  <a:srgbClr val="EBD9A7"/>
                </a:solidFill>
                <a:latin typeface="Trebuchet MS"/>
                <a:cs typeface="Trebuchet MS"/>
              </a:rPr>
              <a:t>SENTENCE</a:t>
            </a:r>
            <a:r>
              <a:rPr sz="2600" spc="-90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600" spc="100" dirty="0">
                <a:solidFill>
                  <a:srgbClr val="EBD9A7"/>
                </a:solidFill>
                <a:latin typeface="Trebuchet MS"/>
                <a:cs typeface="Trebuchet MS"/>
              </a:rPr>
              <a:t>ENCODER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796580" y="851260"/>
            <a:ext cx="3615054" cy="2417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6199"/>
              </a:lnSpc>
              <a:spcBef>
                <a:spcPts val="100"/>
              </a:spcBef>
            </a:pPr>
            <a:r>
              <a:rPr sz="4500" spc="305" dirty="0">
                <a:latin typeface="Times New Roman"/>
                <a:cs typeface="Times New Roman"/>
              </a:rPr>
              <a:t>Extraction</a:t>
            </a:r>
            <a:r>
              <a:rPr sz="4500" spc="-50" dirty="0">
                <a:latin typeface="Times New Roman"/>
                <a:cs typeface="Times New Roman"/>
              </a:rPr>
              <a:t> </a:t>
            </a:r>
            <a:r>
              <a:rPr sz="4500" spc="450" dirty="0">
                <a:latin typeface="Times New Roman"/>
                <a:cs typeface="Times New Roman"/>
              </a:rPr>
              <a:t>de </a:t>
            </a:r>
            <a:r>
              <a:rPr sz="4500" spc="320" dirty="0">
                <a:latin typeface="Times New Roman"/>
                <a:cs typeface="Times New Roman"/>
              </a:rPr>
              <a:t>Features </a:t>
            </a:r>
            <a:r>
              <a:rPr sz="4500" spc="254" dirty="0">
                <a:latin typeface="Times New Roman"/>
                <a:cs typeface="Times New Roman"/>
              </a:rPr>
              <a:t>Textuelles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8509" y="7986202"/>
            <a:ext cx="51955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30" dirty="0">
                <a:latin typeface="Lucida Sans Unicode"/>
                <a:cs typeface="Lucida Sans Unicode"/>
              </a:rPr>
              <a:t>Représentation</a:t>
            </a:r>
            <a:r>
              <a:rPr sz="1500" spc="-60" dirty="0">
                <a:latin typeface="Lucida Sans Unicode"/>
                <a:cs typeface="Lucida Sans Unicode"/>
              </a:rPr>
              <a:t> </a:t>
            </a:r>
            <a:r>
              <a:rPr sz="1500" spc="-30" dirty="0">
                <a:latin typeface="Lucida Sans Unicode"/>
                <a:cs typeface="Lucida Sans Unicode"/>
              </a:rPr>
              <a:t>vectorielle</a:t>
            </a:r>
            <a:r>
              <a:rPr sz="1500" spc="-55" dirty="0">
                <a:latin typeface="Lucida Sans Unicode"/>
                <a:cs typeface="Lucida Sans Unicode"/>
              </a:rPr>
              <a:t> </a:t>
            </a:r>
            <a:r>
              <a:rPr sz="1500" spc="-20" dirty="0">
                <a:latin typeface="Lucida Sans Unicode"/>
                <a:cs typeface="Lucida Sans Unicode"/>
              </a:rPr>
              <a:t>basée</a:t>
            </a:r>
            <a:r>
              <a:rPr sz="1500" spc="-60" dirty="0">
                <a:latin typeface="Lucida Sans Unicode"/>
                <a:cs typeface="Lucida Sans Unicode"/>
              </a:rPr>
              <a:t> </a:t>
            </a:r>
            <a:r>
              <a:rPr sz="1500" spc="-20" dirty="0">
                <a:latin typeface="Lucida Sans Unicode"/>
                <a:cs typeface="Lucida Sans Unicode"/>
              </a:rPr>
              <a:t>sur</a:t>
            </a:r>
            <a:r>
              <a:rPr sz="1500" spc="-55" dirty="0">
                <a:latin typeface="Lucida Sans Unicode"/>
                <a:cs typeface="Lucida Sans Unicode"/>
              </a:rPr>
              <a:t> </a:t>
            </a:r>
            <a:r>
              <a:rPr sz="1500" spc="-20" dirty="0">
                <a:latin typeface="Lucida Sans Unicode"/>
                <a:cs typeface="Lucida Sans Unicode"/>
              </a:rPr>
              <a:t>la</a:t>
            </a:r>
            <a:r>
              <a:rPr sz="1500" spc="-60" dirty="0">
                <a:latin typeface="Lucida Sans Unicode"/>
                <a:cs typeface="Lucida Sans Unicode"/>
              </a:rPr>
              <a:t> </a:t>
            </a:r>
            <a:r>
              <a:rPr sz="1500" spc="-40" dirty="0">
                <a:latin typeface="Lucida Sans Unicode"/>
                <a:cs typeface="Lucida Sans Unicode"/>
              </a:rPr>
              <a:t>similarité</a:t>
            </a:r>
            <a:r>
              <a:rPr sz="1500" spc="-55" dirty="0">
                <a:latin typeface="Lucida Sans Unicode"/>
                <a:cs typeface="Lucida Sans Unicode"/>
              </a:rPr>
              <a:t> </a:t>
            </a:r>
            <a:r>
              <a:rPr sz="1500" spc="-30" dirty="0">
                <a:latin typeface="Lucida Sans Unicode"/>
                <a:cs typeface="Lucida Sans Unicode"/>
              </a:rPr>
              <a:t>des</a:t>
            </a:r>
            <a:r>
              <a:rPr sz="1500" spc="-55" dirty="0">
                <a:latin typeface="Lucida Sans Unicode"/>
                <a:cs typeface="Lucida Sans Unicode"/>
              </a:rPr>
              <a:t> </a:t>
            </a:r>
            <a:r>
              <a:rPr sz="1500" spc="-20" dirty="0">
                <a:latin typeface="Lucida Sans Unicode"/>
                <a:cs typeface="Lucida Sans Unicode"/>
              </a:rPr>
              <a:t>mots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49030" y="7948102"/>
            <a:ext cx="419036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3070" marR="5080" indent="-1691005">
              <a:lnSpc>
                <a:spcPct val="116700"/>
              </a:lnSpc>
              <a:spcBef>
                <a:spcPts val="100"/>
              </a:spcBef>
            </a:pPr>
            <a:r>
              <a:rPr sz="1500" spc="-10" dirty="0">
                <a:latin typeface="Lucida Sans Unicode"/>
                <a:cs typeface="Lucida Sans Unicode"/>
              </a:rPr>
              <a:t>BERT</a:t>
            </a:r>
            <a:r>
              <a:rPr sz="1500" spc="-50" dirty="0">
                <a:latin typeface="Lucida Sans Unicode"/>
                <a:cs typeface="Lucida Sans Unicode"/>
              </a:rPr>
              <a:t> </a:t>
            </a:r>
            <a:r>
              <a:rPr sz="1500" spc="-85" dirty="0">
                <a:latin typeface="Lucida Sans Unicode"/>
                <a:cs typeface="Lucida Sans Unicode"/>
              </a:rPr>
              <a:t>:</a:t>
            </a:r>
            <a:r>
              <a:rPr sz="1500" spc="-45" dirty="0">
                <a:latin typeface="Lucida Sans Unicode"/>
                <a:cs typeface="Lucida Sans Unicode"/>
              </a:rPr>
              <a:t> </a:t>
            </a:r>
            <a:r>
              <a:rPr sz="1500" spc="-20" dirty="0">
                <a:latin typeface="Lucida Sans Unicode"/>
                <a:cs typeface="Lucida Sans Unicode"/>
              </a:rPr>
              <a:t>"Encodage</a:t>
            </a:r>
            <a:r>
              <a:rPr sz="1500" spc="-45" dirty="0">
                <a:latin typeface="Lucida Sans Unicode"/>
                <a:cs typeface="Lucida Sans Unicode"/>
              </a:rPr>
              <a:t> contextuel </a:t>
            </a:r>
            <a:r>
              <a:rPr sz="1500" spc="-35" dirty="0">
                <a:latin typeface="Lucida Sans Unicode"/>
                <a:cs typeface="Lucida Sans Unicode"/>
              </a:rPr>
              <a:t>bidirectionnel</a:t>
            </a:r>
            <a:r>
              <a:rPr sz="1500" spc="-45" dirty="0">
                <a:latin typeface="Lucida Sans Unicode"/>
                <a:cs typeface="Lucida Sans Unicode"/>
              </a:rPr>
              <a:t> </a:t>
            </a:r>
            <a:r>
              <a:rPr sz="1500" spc="-25" dirty="0">
                <a:latin typeface="Lucida Sans Unicode"/>
                <a:cs typeface="Lucida Sans Unicode"/>
              </a:rPr>
              <a:t>des </a:t>
            </a:r>
            <a:r>
              <a:rPr sz="1500" spc="-10" dirty="0">
                <a:latin typeface="Lucida Sans Unicode"/>
                <a:cs typeface="Lucida Sans Unicode"/>
              </a:rPr>
              <a:t>phrases"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327514" y="7948102"/>
            <a:ext cx="517715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3864" marR="5080" indent="-1701800">
              <a:lnSpc>
                <a:spcPct val="116700"/>
              </a:lnSpc>
              <a:spcBef>
                <a:spcPts val="100"/>
              </a:spcBef>
            </a:pPr>
            <a:r>
              <a:rPr sz="1500" spc="-30" dirty="0">
                <a:latin typeface="Lucida Sans Unicode"/>
                <a:cs typeface="Lucida Sans Unicode"/>
              </a:rPr>
              <a:t>Encodage</a:t>
            </a:r>
            <a:r>
              <a:rPr sz="1500" spc="-75" dirty="0">
                <a:latin typeface="Lucida Sans Unicode"/>
                <a:cs typeface="Lucida Sans Unicode"/>
              </a:rPr>
              <a:t> </a:t>
            </a:r>
            <a:r>
              <a:rPr sz="1500" spc="-25" dirty="0">
                <a:latin typeface="Lucida Sans Unicode"/>
                <a:cs typeface="Lucida Sans Unicode"/>
              </a:rPr>
              <a:t>universel</a:t>
            </a:r>
            <a:r>
              <a:rPr sz="1500" spc="-75" dirty="0">
                <a:latin typeface="Lucida Sans Unicode"/>
                <a:cs typeface="Lucida Sans Unicode"/>
              </a:rPr>
              <a:t> </a:t>
            </a:r>
            <a:r>
              <a:rPr sz="1500" spc="-30" dirty="0">
                <a:latin typeface="Lucida Sans Unicode"/>
                <a:cs typeface="Lucida Sans Unicode"/>
              </a:rPr>
              <a:t>des</a:t>
            </a:r>
            <a:r>
              <a:rPr sz="1500" spc="-75" dirty="0">
                <a:latin typeface="Lucida Sans Unicode"/>
                <a:cs typeface="Lucida Sans Unicode"/>
              </a:rPr>
              <a:t> </a:t>
            </a:r>
            <a:r>
              <a:rPr sz="1500" spc="-25" dirty="0">
                <a:latin typeface="Lucida Sans Unicode"/>
                <a:cs typeface="Lucida Sans Unicode"/>
              </a:rPr>
              <a:t>phrases</a:t>
            </a:r>
            <a:r>
              <a:rPr sz="1500" spc="-75" dirty="0">
                <a:latin typeface="Lucida Sans Unicode"/>
                <a:cs typeface="Lucida Sans Unicode"/>
              </a:rPr>
              <a:t> </a:t>
            </a:r>
            <a:r>
              <a:rPr sz="1500" spc="-20" dirty="0">
                <a:latin typeface="Lucida Sans Unicode"/>
                <a:cs typeface="Lucida Sans Unicode"/>
              </a:rPr>
              <a:t>pour</a:t>
            </a:r>
            <a:r>
              <a:rPr sz="1500" spc="-75" dirty="0">
                <a:latin typeface="Lucida Sans Unicode"/>
                <a:cs typeface="Lucida Sans Unicode"/>
              </a:rPr>
              <a:t> </a:t>
            </a:r>
            <a:r>
              <a:rPr sz="1500" dirty="0">
                <a:latin typeface="Lucida Sans Unicode"/>
                <a:cs typeface="Lucida Sans Unicode"/>
              </a:rPr>
              <a:t>une</a:t>
            </a:r>
            <a:r>
              <a:rPr sz="1500" spc="-75" dirty="0">
                <a:latin typeface="Lucida Sans Unicode"/>
                <a:cs typeface="Lucida Sans Unicode"/>
              </a:rPr>
              <a:t> </a:t>
            </a:r>
            <a:r>
              <a:rPr sz="1500" spc="-20" dirty="0">
                <a:latin typeface="Lucida Sans Unicode"/>
                <a:cs typeface="Lucida Sans Unicode"/>
              </a:rPr>
              <a:t>compréhension sémantique</a:t>
            </a:r>
            <a:r>
              <a:rPr sz="1500" spc="-55" dirty="0">
                <a:latin typeface="Lucida Sans Unicode"/>
                <a:cs typeface="Lucida Sans Unicode"/>
              </a:rPr>
              <a:t> </a:t>
            </a:r>
            <a:r>
              <a:rPr sz="1500" spc="-10" dirty="0">
                <a:latin typeface="Lucida Sans Unicode"/>
                <a:cs typeface="Lucida Sans Unicode"/>
              </a:rPr>
              <a:t>globale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84345" y="9227851"/>
            <a:ext cx="707644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85" dirty="0">
                <a:latin typeface="Lucida Sans Unicode"/>
                <a:cs typeface="Lucida Sans Unicode"/>
              </a:rPr>
              <a:t>utilisent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spc="-90" dirty="0">
                <a:latin typeface="Lucida Sans Unicode"/>
                <a:cs typeface="Lucida Sans Unicode"/>
              </a:rPr>
              <a:t>les</a:t>
            </a:r>
            <a:r>
              <a:rPr sz="3400" spc="-185" dirty="0">
                <a:latin typeface="Lucida Sans Unicode"/>
                <a:cs typeface="Lucida Sans Unicode"/>
              </a:rPr>
              <a:t> </a:t>
            </a:r>
            <a:r>
              <a:rPr sz="3400" spc="-80" dirty="0">
                <a:latin typeface="Lucida Sans Unicode"/>
                <a:cs typeface="Lucida Sans Unicode"/>
              </a:rPr>
              <a:t>descriptions</a:t>
            </a:r>
            <a:r>
              <a:rPr sz="3400" spc="-185" dirty="0">
                <a:latin typeface="Lucida Sans Unicode"/>
                <a:cs typeface="Lucida Sans Unicode"/>
              </a:rPr>
              <a:t> </a:t>
            </a:r>
            <a:r>
              <a:rPr sz="3400" spc="-35" dirty="0">
                <a:latin typeface="Lucida Sans Unicode"/>
                <a:cs typeface="Lucida Sans Unicode"/>
              </a:rPr>
              <a:t>complètes</a:t>
            </a:r>
            <a:endParaRPr sz="3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11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18287988" y="0"/>
                  </a:moveTo>
                  <a:lnTo>
                    <a:pt x="10688599" y="0"/>
                  </a:lnTo>
                  <a:lnTo>
                    <a:pt x="10688599" y="4290796"/>
                  </a:lnTo>
                  <a:lnTo>
                    <a:pt x="0" y="4290796"/>
                  </a:lnTo>
                  <a:lnTo>
                    <a:pt x="0" y="10286987"/>
                  </a:lnTo>
                  <a:lnTo>
                    <a:pt x="10688599" y="10286987"/>
                  </a:lnTo>
                  <a:lnTo>
                    <a:pt x="14730502" y="10286987"/>
                  </a:lnTo>
                  <a:lnTo>
                    <a:pt x="18287988" y="10286987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A18F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0628" y="3350976"/>
              <a:ext cx="2981324" cy="579119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2093862" y="1249832"/>
            <a:ext cx="4789170" cy="1619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52780">
              <a:lnSpc>
                <a:spcPct val="116199"/>
              </a:lnSpc>
              <a:spcBef>
                <a:spcPts val="100"/>
              </a:spcBef>
            </a:pPr>
            <a:r>
              <a:rPr sz="4500" spc="305" dirty="0">
                <a:solidFill>
                  <a:srgbClr val="EBD9A7"/>
                </a:solidFill>
                <a:latin typeface="Times New Roman"/>
                <a:cs typeface="Times New Roman"/>
              </a:rPr>
              <a:t>Extraction</a:t>
            </a:r>
            <a:r>
              <a:rPr sz="4500" spc="-50" dirty="0">
                <a:solidFill>
                  <a:srgbClr val="EBD9A7"/>
                </a:solidFill>
                <a:latin typeface="Times New Roman"/>
                <a:cs typeface="Times New Roman"/>
              </a:rPr>
              <a:t> </a:t>
            </a:r>
            <a:r>
              <a:rPr sz="4500" spc="450" dirty="0">
                <a:solidFill>
                  <a:srgbClr val="EBD9A7"/>
                </a:solidFill>
                <a:latin typeface="Times New Roman"/>
                <a:cs typeface="Times New Roman"/>
              </a:rPr>
              <a:t>de </a:t>
            </a:r>
            <a:r>
              <a:rPr sz="4500" spc="330" dirty="0">
                <a:solidFill>
                  <a:srgbClr val="EBD9A7"/>
                </a:solidFill>
                <a:latin typeface="Times New Roman"/>
                <a:cs typeface="Times New Roman"/>
              </a:rPr>
              <a:t>Features</a:t>
            </a:r>
            <a:r>
              <a:rPr sz="4500" spc="-70" dirty="0">
                <a:solidFill>
                  <a:srgbClr val="EBD9A7"/>
                </a:solidFill>
                <a:latin typeface="Times New Roman"/>
                <a:cs typeface="Times New Roman"/>
              </a:rPr>
              <a:t> </a:t>
            </a:r>
            <a:r>
              <a:rPr sz="4500" spc="260" dirty="0">
                <a:solidFill>
                  <a:srgbClr val="EBD9A7"/>
                </a:solidFill>
                <a:latin typeface="Times New Roman"/>
                <a:cs typeface="Times New Roman"/>
              </a:rPr>
              <a:t>d'Images</a:t>
            </a:r>
            <a:endParaRPr sz="45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399" y="1952625"/>
            <a:ext cx="114300" cy="11429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16000" y="1000188"/>
            <a:ext cx="3383279" cy="1202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70" dirty="0"/>
              <a:t>ALGORITHME</a:t>
            </a:r>
            <a:r>
              <a:rPr sz="2600" spc="-90" dirty="0"/>
              <a:t> </a:t>
            </a:r>
            <a:r>
              <a:rPr sz="2600" spc="90" dirty="0"/>
              <a:t>SIMPLE</a:t>
            </a:r>
            <a:r>
              <a:rPr sz="2600" spc="-85" dirty="0"/>
              <a:t> </a:t>
            </a:r>
            <a:r>
              <a:rPr sz="2600" spc="-385" dirty="0"/>
              <a:t>:</a:t>
            </a:r>
            <a:endParaRPr sz="2600"/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/>
          </a:p>
          <a:p>
            <a:pPr marL="573405">
              <a:lnSpc>
                <a:spcPct val="100000"/>
              </a:lnSpc>
            </a:pPr>
            <a:r>
              <a:rPr sz="2600" spc="-20" dirty="0"/>
              <a:t>SIFT</a:t>
            </a:r>
            <a:endParaRPr sz="2600"/>
          </a:p>
        </p:txBody>
      </p:sp>
      <p:grpSp>
        <p:nvGrpSpPr>
          <p:cNvPr id="8" name="object 8"/>
          <p:cNvGrpSpPr/>
          <p:nvPr/>
        </p:nvGrpSpPr>
        <p:grpSpPr>
          <a:xfrm>
            <a:off x="5947112" y="5249803"/>
            <a:ext cx="104775" cy="3457575"/>
            <a:chOff x="5947112" y="5249803"/>
            <a:chExt cx="104775" cy="345757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47112" y="5249803"/>
              <a:ext cx="104775" cy="1047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47112" y="6507103"/>
              <a:ext cx="104775" cy="1047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47112" y="7345303"/>
              <a:ext cx="104775" cy="1047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47112" y="8602603"/>
              <a:ext cx="104775" cy="10477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6207959" y="5040126"/>
            <a:ext cx="11658600" cy="421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07645">
              <a:lnSpc>
                <a:spcPct val="117000"/>
              </a:lnSpc>
              <a:spcBef>
                <a:spcPts val="95"/>
              </a:spcBef>
            </a:pPr>
            <a:r>
              <a:rPr sz="2350" spc="-10" dirty="0">
                <a:latin typeface="Trebuchet MS"/>
                <a:cs typeface="Trebuchet MS"/>
              </a:rPr>
              <a:t>SIFT</a:t>
            </a:r>
            <a:r>
              <a:rPr sz="2350" spc="-120" dirty="0">
                <a:latin typeface="Trebuchet MS"/>
                <a:cs typeface="Trebuchet MS"/>
              </a:rPr>
              <a:t> </a:t>
            </a:r>
            <a:r>
              <a:rPr sz="2350" spc="-60" dirty="0">
                <a:latin typeface="Trebuchet MS"/>
                <a:cs typeface="Trebuchet MS"/>
              </a:rPr>
              <a:t>(Scale-</a:t>
            </a:r>
            <a:r>
              <a:rPr sz="2350" spc="-25" dirty="0">
                <a:latin typeface="Trebuchet MS"/>
                <a:cs typeface="Trebuchet MS"/>
              </a:rPr>
              <a:t>Invariant</a:t>
            </a:r>
            <a:r>
              <a:rPr sz="2350" spc="-120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Feature</a:t>
            </a:r>
            <a:r>
              <a:rPr sz="2350" spc="-120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Transform)</a:t>
            </a:r>
            <a:r>
              <a:rPr sz="2350" spc="-114" dirty="0">
                <a:latin typeface="Trebuchet MS"/>
                <a:cs typeface="Trebuchet MS"/>
              </a:rPr>
              <a:t> </a:t>
            </a:r>
            <a:r>
              <a:rPr sz="2350" spc="-30" dirty="0">
                <a:latin typeface="Trebuchet MS"/>
                <a:cs typeface="Trebuchet MS"/>
              </a:rPr>
              <a:t>détecte</a:t>
            </a:r>
            <a:r>
              <a:rPr sz="2350" spc="-120" dirty="0">
                <a:latin typeface="Trebuchet MS"/>
                <a:cs typeface="Trebuchet MS"/>
              </a:rPr>
              <a:t> </a:t>
            </a:r>
            <a:r>
              <a:rPr sz="2350" spc="-60" dirty="0">
                <a:latin typeface="Trebuchet MS"/>
                <a:cs typeface="Trebuchet MS"/>
              </a:rPr>
              <a:t>et</a:t>
            </a:r>
            <a:r>
              <a:rPr sz="2350" spc="-120" dirty="0">
                <a:latin typeface="Trebuchet MS"/>
                <a:cs typeface="Trebuchet MS"/>
              </a:rPr>
              <a:t> </a:t>
            </a:r>
            <a:r>
              <a:rPr sz="2350" spc="-35" dirty="0">
                <a:latin typeface="Trebuchet MS"/>
                <a:cs typeface="Trebuchet MS"/>
              </a:rPr>
              <a:t>décrit</a:t>
            </a:r>
            <a:r>
              <a:rPr sz="2350" spc="-120" dirty="0">
                <a:latin typeface="Trebuchet MS"/>
                <a:cs typeface="Trebuchet MS"/>
              </a:rPr>
              <a:t> </a:t>
            </a:r>
            <a:r>
              <a:rPr sz="2350" spc="80" dirty="0">
                <a:latin typeface="Trebuchet MS"/>
                <a:cs typeface="Trebuchet MS"/>
              </a:rPr>
              <a:t>des</a:t>
            </a:r>
            <a:r>
              <a:rPr sz="2350" spc="-114" dirty="0">
                <a:latin typeface="Trebuchet MS"/>
                <a:cs typeface="Trebuchet MS"/>
              </a:rPr>
              <a:t> </a:t>
            </a:r>
            <a:r>
              <a:rPr sz="2350" spc="-10" dirty="0">
                <a:latin typeface="Trebuchet MS"/>
                <a:cs typeface="Trebuchet MS"/>
              </a:rPr>
              <a:t>caractéristiques</a:t>
            </a:r>
            <a:r>
              <a:rPr sz="2350" spc="-120" dirty="0">
                <a:latin typeface="Trebuchet MS"/>
                <a:cs typeface="Trebuchet MS"/>
              </a:rPr>
              <a:t> </a:t>
            </a:r>
            <a:r>
              <a:rPr sz="2350" spc="-10" dirty="0">
                <a:latin typeface="Trebuchet MS"/>
                <a:cs typeface="Trebuchet MS"/>
              </a:rPr>
              <a:t>locales </a:t>
            </a:r>
            <a:r>
              <a:rPr sz="2350" spc="85" dirty="0">
                <a:latin typeface="Trebuchet MS"/>
                <a:cs typeface="Trebuchet MS"/>
              </a:rPr>
              <a:t>dans</a:t>
            </a:r>
            <a:r>
              <a:rPr sz="2350" spc="-95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les</a:t>
            </a:r>
            <a:r>
              <a:rPr sz="2350" spc="-95" dirty="0">
                <a:latin typeface="Trebuchet MS"/>
                <a:cs typeface="Trebuchet MS"/>
              </a:rPr>
              <a:t> </a:t>
            </a:r>
            <a:r>
              <a:rPr sz="2350" spc="-10" dirty="0">
                <a:latin typeface="Trebuchet MS"/>
                <a:cs typeface="Trebuchet MS"/>
              </a:rPr>
              <a:t>images.</a:t>
            </a:r>
            <a:endParaRPr sz="2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350" spc="55" dirty="0">
                <a:latin typeface="Trebuchet MS"/>
                <a:cs typeface="Trebuchet MS"/>
              </a:rPr>
              <a:t>Les</a:t>
            </a:r>
            <a:r>
              <a:rPr sz="2350" spc="-90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points</a:t>
            </a:r>
            <a:r>
              <a:rPr sz="2350" spc="-85" dirty="0">
                <a:latin typeface="Trebuchet MS"/>
                <a:cs typeface="Trebuchet MS"/>
              </a:rPr>
              <a:t> </a:t>
            </a:r>
            <a:r>
              <a:rPr sz="2350" spc="-20" dirty="0">
                <a:latin typeface="Trebuchet MS"/>
                <a:cs typeface="Trebuchet MS"/>
              </a:rPr>
              <a:t>d'intérêt</a:t>
            </a:r>
            <a:r>
              <a:rPr sz="2350" spc="-90" dirty="0">
                <a:latin typeface="Trebuchet MS"/>
                <a:cs typeface="Trebuchet MS"/>
              </a:rPr>
              <a:t> </a:t>
            </a:r>
            <a:r>
              <a:rPr sz="2350" spc="-10" dirty="0">
                <a:latin typeface="Trebuchet MS"/>
                <a:cs typeface="Trebuchet MS"/>
              </a:rPr>
              <a:t>SIFT</a:t>
            </a:r>
            <a:r>
              <a:rPr sz="2350" spc="-85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capturent</a:t>
            </a:r>
            <a:r>
              <a:rPr sz="2350" spc="-85" dirty="0">
                <a:latin typeface="Trebuchet MS"/>
                <a:cs typeface="Trebuchet MS"/>
              </a:rPr>
              <a:t> </a:t>
            </a:r>
            <a:r>
              <a:rPr sz="2350" spc="80" dirty="0">
                <a:latin typeface="Trebuchet MS"/>
                <a:cs typeface="Trebuchet MS"/>
              </a:rPr>
              <a:t>des</a:t>
            </a:r>
            <a:r>
              <a:rPr sz="2350" spc="-90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informations</a:t>
            </a:r>
            <a:r>
              <a:rPr sz="2350" spc="-85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clés</a:t>
            </a:r>
            <a:r>
              <a:rPr sz="2350" spc="-85" dirty="0">
                <a:latin typeface="Trebuchet MS"/>
                <a:cs typeface="Trebuchet MS"/>
              </a:rPr>
              <a:t> </a:t>
            </a:r>
            <a:r>
              <a:rPr sz="2350" spc="65" dirty="0">
                <a:latin typeface="Trebuchet MS"/>
                <a:cs typeface="Trebuchet MS"/>
              </a:rPr>
              <a:t>comme</a:t>
            </a:r>
            <a:r>
              <a:rPr sz="2350" spc="-90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les</a:t>
            </a:r>
            <a:r>
              <a:rPr sz="2350" spc="-85" dirty="0">
                <a:latin typeface="Trebuchet MS"/>
                <a:cs typeface="Trebuchet MS"/>
              </a:rPr>
              <a:t> </a:t>
            </a:r>
            <a:r>
              <a:rPr sz="2350" spc="85" dirty="0">
                <a:latin typeface="Trebuchet MS"/>
                <a:cs typeface="Trebuchet MS"/>
              </a:rPr>
              <a:t>bords</a:t>
            </a:r>
            <a:r>
              <a:rPr sz="2350" spc="-90" dirty="0">
                <a:latin typeface="Trebuchet MS"/>
                <a:cs typeface="Trebuchet MS"/>
              </a:rPr>
              <a:t> </a:t>
            </a:r>
            <a:r>
              <a:rPr sz="2350" spc="-60" dirty="0">
                <a:latin typeface="Trebuchet MS"/>
                <a:cs typeface="Trebuchet MS"/>
              </a:rPr>
              <a:t>et</a:t>
            </a:r>
            <a:r>
              <a:rPr sz="2350" spc="-85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les</a:t>
            </a:r>
            <a:r>
              <a:rPr sz="2350" spc="-85" dirty="0">
                <a:latin typeface="Trebuchet MS"/>
                <a:cs typeface="Trebuchet MS"/>
              </a:rPr>
              <a:t> </a:t>
            </a:r>
            <a:r>
              <a:rPr sz="2350" spc="-10" dirty="0">
                <a:latin typeface="Trebuchet MS"/>
                <a:cs typeface="Trebuchet MS"/>
              </a:rPr>
              <a:t>coins.</a:t>
            </a:r>
            <a:endParaRPr sz="2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2350">
              <a:latin typeface="Trebuchet MS"/>
              <a:cs typeface="Trebuchet MS"/>
            </a:endParaRPr>
          </a:p>
          <a:p>
            <a:pPr marL="12700" marR="596265">
              <a:lnSpc>
                <a:spcPct val="117000"/>
              </a:lnSpc>
              <a:spcBef>
                <a:spcPts val="5"/>
              </a:spcBef>
            </a:pPr>
            <a:r>
              <a:rPr sz="2350" spc="55" dirty="0">
                <a:latin typeface="Trebuchet MS"/>
                <a:cs typeface="Trebuchet MS"/>
              </a:rPr>
              <a:t>Les</a:t>
            </a:r>
            <a:r>
              <a:rPr sz="2350" spc="-30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descripteurs</a:t>
            </a:r>
            <a:r>
              <a:rPr sz="2350" spc="-30" dirty="0">
                <a:latin typeface="Trebuchet MS"/>
                <a:cs typeface="Trebuchet MS"/>
              </a:rPr>
              <a:t> </a:t>
            </a:r>
            <a:r>
              <a:rPr sz="2350" spc="-10" dirty="0">
                <a:latin typeface="Trebuchet MS"/>
                <a:cs typeface="Trebuchet MS"/>
              </a:rPr>
              <a:t>SIFT</a:t>
            </a:r>
            <a:r>
              <a:rPr sz="2350" spc="-25" dirty="0">
                <a:latin typeface="Trebuchet MS"/>
                <a:cs typeface="Trebuchet MS"/>
              </a:rPr>
              <a:t> </a:t>
            </a:r>
            <a:r>
              <a:rPr sz="2350" spc="50" dirty="0">
                <a:latin typeface="Trebuchet MS"/>
                <a:cs typeface="Trebuchet MS"/>
              </a:rPr>
              <a:t>sont</a:t>
            </a:r>
            <a:r>
              <a:rPr sz="2350" spc="-30" dirty="0">
                <a:latin typeface="Trebuchet MS"/>
                <a:cs typeface="Trebuchet MS"/>
              </a:rPr>
              <a:t> </a:t>
            </a:r>
            <a:r>
              <a:rPr sz="2350" spc="-10" dirty="0">
                <a:latin typeface="Trebuchet MS"/>
                <a:cs typeface="Trebuchet MS"/>
              </a:rPr>
              <a:t>invariants</a:t>
            </a:r>
            <a:r>
              <a:rPr sz="2350" spc="-30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aux</a:t>
            </a:r>
            <a:r>
              <a:rPr sz="2350" spc="-25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transformations</a:t>
            </a:r>
            <a:r>
              <a:rPr sz="2350" spc="-30" dirty="0">
                <a:latin typeface="Trebuchet MS"/>
                <a:cs typeface="Trebuchet MS"/>
              </a:rPr>
              <a:t> </a:t>
            </a:r>
            <a:r>
              <a:rPr sz="2350" spc="-45" dirty="0">
                <a:latin typeface="Trebuchet MS"/>
                <a:cs typeface="Trebuchet MS"/>
              </a:rPr>
              <a:t>d'échelle,</a:t>
            </a:r>
            <a:r>
              <a:rPr sz="2350" spc="-30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de</a:t>
            </a:r>
            <a:r>
              <a:rPr sz="2350" spc="-25" dirty="0">
                <a:latin typeface="Trebuchet MS"/>
                <a:cs typeface="Trebuchet MS"/>
              </a:rPr>
              <a:t> </a:t>
            </a:r>
            <a:r>
              <a:rPr sz="2350" spc="-60" dirty="0">
                <a:latin typeface="Trebuchet MS"/>
                <a:cs typeface="Trebuchet MS"/>
              </a:rPr>
              <a:t>rotation,</a:t>
            </a:r>
            <a:r>
              <a:rPr sz="2350" spc="-30" dirty="0">
                <a:latin typeface="Trebuchet MS"/>
                <a:cs typeface="Trebuchet MS"/>
              </a:rPr>
              <a:t> </a:t>
            </a:r>
            <a:r>
              <a:rPr sz="2350" spc="-25" dirty="0">
                <a:latin typeface="Trebuchet MS"/>
                <a:cs typeface="Trebuchet MS"/>
              </a:rPr>
              <a:t>et </a:t>
            </a:r>
            <a:r>
              <a:rPr sz="2350" spc="-35" dirty="0">
                <a:latin typeface="Trebuchet MS"/>
                <a:cs typeface="Trebuchet MS"/>
              </a:rPr>
              <a:t>partiellement</a:t>
            </a:r>
            <a:r>
              <a:rPr sz="2350" spc="-70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aux</a:t>
            </a:r>
            <a:r>
              <a:rPr sz="2350" spc="-65" dirty="0">
                <a:latin typeface="Trebuchet MS"/>
                <a:cs typeface="Trebuchet MS"/>
              </a:rPr>
              <a:t> </a:t>
            </a:r>
            <a:r>
              <a:rPr sz="2350" spc="-10" dirty="0">
                <a:latin typeface="Trebuchet MS"/>
                <a:cs typeface="Trebuchet MS"/>
              </a:rPr>
              <a:t>variations</a:t>
            </a:r>
            <a:r>
              <a:rPr sz="2350" spc="-65" dirty="0">
                <a:latin typeface="Trebuchet MS"/>
                <a:cs typeface="Trebuchet MS"/>
              </a:rPr>
              <a:t> </a:t>
            </a:r>
            <a:r>
              <a:rPr sz="2350" spc="-10" dirty="0">
                <a:latin typeface="Trebuchet MS"/>
                <a:cs typeface="Trebuchet MS"/>
              </a:rPr>
              <a:t>d'éclairage.</a:t>
            </a:r>
            <a:endParaRPr sz="2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2350">
              <a:latin typeface="Trebuchet MS"/>
              <a:cs typeface="Trebuchet MS"/>
            </a:endParaRPr>
          </a:p>
          <a:p>
            <a:pPr marL="12700" marR="1378585">
              <a:lnSpc>
                <a:spcPct val="117000"/>
              </a:lnSpc>
            </a:pPr>
            <a:r>
              <a:rPr sz="2350" spc="-35" dirty="0">
                <a:latin typeface="Trebuchet MS"/>
                <a:cs typeface="Trebuchet MS"/>
              </a:rPr>
              <a:t>Utilisé</a:t>
            </a:r>
            <a:r>
              <a:rPr sz="2350" spc="-45" dirty="0">
                <a:latin typeface="Trebuchet MS"/>
                <a:cs typeface="Trebuchet MS"/>
              </a:rPr>
              <a:t> </a:t>
            </a:r>
            <a:r>
              <a:rPr sz="2350" spc="75" dirty="0">
                <a:latin typeface="Trebuchet MS"/>
                <a:cs typeface="Trebuchet MS"/>
              </a:rPr>
              <a:t>pour</a:t>
            </a:r>
            <a:r>
              <a:rPr sz="2350" spc="-45" dirty="0">
                <a:latin typeface="Trebuchet MS"/>
                <a:cs typeface="Trebuchet MS"/>
              </a:rPr>
              <a:t> </a:t>
            </a:r>
            <a:r>
              <a:rPr sz="2350" spc="-75" dirty="0">
                <a:latin typeface="Trebuchet MS"/>
                <a:cs typeface="Trebuchet MS"/>
              </a:rPr>
              <a:t>la</a:t>
            </a:r>
            <a:r>
              <a:rPr sz="2350" spc="-45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reconnaissance</a:t>
            </a:r>
            <a:r>
              <a:rPr sz="2350" spc="-45" dirty="0">
                <a:latin typeface="Trebuchet MS"/>
                <a:cs typeface="Trebuchet MS"/>
              </a:rPr>
              <a:t> </a:t>
            </a:r>
            <a:r>
              <a:rPr sz="2350" spc="-35" dirty="0">
                <a:latin typeface="Trebuchet MS"/>
                <a:cs typeface="Trebuchet MS"/>
              </a:rPr>
              <a:t>d'objets,</a:t>
            </a:r>
            <a:r>
              <a:rPr sz="2350" spc="-45" dirty="0">
                <a:latin typeface="Trebuchet MS"/>
                <a:cs typeface="Trebuchet MS"/>
              </a:rPr>
              <a:t> </a:t>
            </a:r>
            <a:r>
              <a:rPr sz="2350" spc="-75" dirty="0">
                <a:latin typeface="Trebuchet MS"/>
                <a:cs typeface="Trebuchet MS"/>
              </a:rPr>
              <a:t>la</a:t>
            </a:r>
            <a:r>
              <a:rPr sz="2350" spc="-45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reconstruction</a:t>
            </a:r>
            <a:r>
              <a:rPr sz="2350" spc="-45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3D,</a:t>
            </a:r>
            <a:r>
              <a:rPr sz="2350" spc="-45" dirty="0">
                <a:latin typeface="Trebuchet MS"/>
                <a:cs typeface="Trebuchet MS"/>
              </a:rPr>
              <a:t> </a:t>
            </a:r>
            <a:r>
              <a:rPr sz="2350" spc="-60" dirty="0">
                <a:latin typeface="Trebuchet MS"/>
                <a:cs typeface="Trebuchet MS"/>
              </a:rPr>
              <a:t>et</a:t>
            </a:r>
            <a:r>
              <a:rPr sz="2350" spc="-40" dirty="0">
                <a:latin typeface="Trebuchet MS"/>
                <a:cs typeface="Trebuchet MS"/>
              </a:rPr>
              <a:t> </a:t>
            </a:r>
            <a:r>
              <a:rPr sz="2350" spc="-75" dirty="0">
                <a:latin typeface="Trebuchet MS"/>
                <a:cs typeface="Trebuchet MS"/>
              </a:rPr>
              <a:t>la</a:t>
            </a:r>
            <a:r>
              <a:rPr sz="2350" spc="-50" dirty="0">
                <a:latin typeface="Trebuchet MS"/>
                <a:cs typeface="Trebuchet MS"/>
              </a:rPr>
              <a:t> </a:t>
            </a:r>
            <a:r>
              <a:rPr sz="2350" spc="-10" dirty="0">
                <a:latin typeface="Trebuchet MS"/>
                <a:cs typeface="Trebuchet MS"/>
              </a:rPr>
              <a:t>navigation robotique.</a:t>
            </a:r>
            <a:endParaRPr sz="2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11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18287988" y="0"/>
                  </a:moveTo>
                  <a:lnTo>
                    <a:pt x="10688599" y="0"/>
                  </a:lnTo>
                  <a:lnTo>
                    <a:pt x="10688599" y="4290796"/>
                  </a:lnTo>
                  <a:lnTo>
                    <a:pt x="0" y="4290796"/>
                  </a:lnTo>
                  <a:lnTo>
                    <a:pt x="0" y="10286987"/>
                  </a:lnTo>
                  <a:lnTo>
                    <a:pt x="10688599" y="10286987"/>
                  </a:lnTo>
                  <a:lnTo>
                    <a:pt x="14730502" y="10286987"/>
                  </a:lnTo>
                  <a:lnTo>
                    <a:pt x="18287988" y="10286987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A18F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71944" y="3971165"/>
              <a:ext cx="8401049" cy="50196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296081" y="6254444"/>
              <a:ext cx="1151890" cy="447675"/>
            </a:xfrm>
            <a:custGeom>
              <a:avLst/>
              <a:gdLst/>
              <a:ahLst/>
              <a:cxnLst/>
              <a:rect l="l" t="t" r="r" b="b"/>
              <a:pathLst>
                <a:path w="1151890" h="447675">
                  <a:moveTo>
                    <a:pt x="1114831" y="418414"/>
                  </a:moveTo>
                  <a:lnTo>
                    <a:pt x="1052360" y="388404"/>
                  </a:lnTo>
                  <a:lnTo>
                    <a:pt x="983030" y="357098"/>
                  </a:lnTo>
                  <a:lnTo>
                    <a:pt x="946073" y="341109"/>
                  </a:lnTo>
                  <a:lnTo>
                    <a:pt x="907605" y="324866"/>
                  </a:lnTo>
                  <a:lnTo>
                    <a:pt x="826084" y="291706"/>
                  </a:lnTo>
                  <a:lnTo>
                    <a:pt x="728776" y="253961"/>
                  </a:lnTo>
                  <a:lnTo>
                    <a:pt x="1114831" y="418414"/>
                  </a:lnTo>
                  <a:close/>
                </a:path>
                <a:path w="1151890" h="447675">
                  <a:moveTo>
                    <a:pt x="1151585" y="107543"/>
                  </a:moveTo>
                  <a:lnTo>
                    <a:pt x="1146238" y="92608"/>
                  </a:lnTo>
                  <a:lnTo>
                    <a:pt x="1146086" y="92608"/>
                  </a:lnTo>
                  <a:lnTo>
                    <a:pt x="1138072" y="88823"/>
                  </a:lnTo>
                  <a:lnTo>
                    <a:pt x="1127277" y="92608"/>
                  </a:lnTo>
                  <a:lnTo>
                    <a:pt x="1123962" y="81318"/>
                  </a:lnTo>
                  <a:lnTo>
                    <a:pt x="1115999" y="76974"/>
                  </a:lnTo>
                  <a:lnTo>
                    <a:pt x="1009078" y="108127"/>
                  </a:lnTo>
                  <a:lnTo>
                    <a:pt x="1009078" y="130695"/>
                  </a:lnTo>
                  <a:lnTo>
                    <a:pt x="712520" y="202819"/>
                  </a:lnTo>
                  <a:lnTo>
                    <a:pt x="739038" y="196037"/>
                  </a:lnTo>
                  <a:lnTo>
                    <a:pt x="1009078" y="130695"/>
                  </a:lnTo>
                  <a:lnTo>
                    <a:pt x="1009078" y="108127"/>
                  </a:lnTo>
                  <a:lnTo>
                    <a:pt x="747674" y="184251"/>
                  </a:lnTo>
                  <a:lnTo>
                    <a:pt x="708380" y="196189"/>
                  </a:lnTo>
                  <a:lnTo>
                    <a:pt x="707631" y="196443"/>
                  </a:lnTo>
                  <a:lnTo>
                    <a:pt x="706208" y="196850"/>
                  </a:lnTo>
                  <a:lnTo>
                    <a:pt x="697204" y="199390"/>
                  </a:lnTo>
                  <a:lnTo>
                    <a:pt x="642353" y="217157"/>
                  </a:lnTo>
                  <a:lnTo>
                    <a:pt x="433971" y="128371"/>
                  </a:lnTo>
                  <a:lnTo>
                    <a:pt x="391261" y="110883"/>
                  </a:lnTo>
                  <a:lnTo>
                    <a:pt x="346341" y="93230"/>
                  </a:lnTo>
                  <a:lnTo>
                    <a:pt x="299212" y="75412"/>
                  </a:lnTo>
                  <a:lnTo>
                    <a:pt x="249872" y="57416"/>
                  </a:lnTo>
                  <a:lnTo>
                    <a:pt x="198323" y="39268"/>
                  </a:lnTo>
                  <a:lnTo>
                    <a:pt x="144551" y="20942"/>
                  </a:lnTo>
                  <a:lnTo>
                    <a:pt x="81038" y="0"/>
                  </a:lnTo>
                  <a:lnTo>
                    <a:pt x="72923" y="4076"/>
                  </a:lnTo>
                  <a:lnTo>
                    <a:pt x="67995" y="19050"/>
                  </a:lnTo>
                  <a:lnTo>
                    <a:pt x="72097" y="27101"/>
                  </a:lnTo>
                  <a:lnTo>
                    <a:pt x="135293" y="47942"/>
                  </a:lnTo>
                  <a:lnTo>
                    <a:pt x="188747" y="66154"/>
                  </a:lnTo>
                  <a:lnTo>
                    <a:pt x="207962" y="72923"/>
                  </a:lnTo>
                  <a:lnTo>
                    <a:pt x="208940" y="73266"/>
                  </a:lnTo>
                  <a:lnTo>
                    <a:pt x="239979" y="84201"/>
                  </a:lnTo>
                  <a:lnTo>
                    <a:pt x="207962" y="72923"/>
                  </a:lnTo>
                  <a:lnTo>
                    <a:pt x="12814" y="11049"/>
                  </a:lnTo>
                  <a:lnTo>
                    <a:pt x="4749" y="15227"/>
                  </a:lnTo>
                  <a:lnTo>
                    <a:pt x="0" y="30251"/>
                  </a:lnTo>
                  <a:lnTo>
                    <a:pt x="4216" y="38252"/>
                  </a:lnTo>
                  <a:lnTo>
                    <a:pt x="259397" y="119697"/>
                  </a:lnTo>
                  <a:lnTo>
                    <a:pt x="429120" y="176542"/>
                  </a:lnTo>
                  <a:lnTo>
                    <a:pt x="585127" y="231305"/>
                  </a:lnTo>
                  <a:lnTo>
                    <a:pt x="591464" y="233641"/>
                  </a:lnTo>
                  <a:lnTo>
                    <a:pt x="582142" y="236651"/>
                  </a:lnTo>
                  <a:lnTo>
                    <a:pt x="582714" y="236461"/>
                  </a:lnTo>
                  <a:lnTo>
                    <a:pt x="556196" y="244068"/>
                  </a:lnTo>
                  <a:lnTo>
                    <a:pt x="537984" y="249758"/>
                  </a:lnTo>
                  <a:lnTo>
                    <a:pt x="501129" y="260426"/>
                  </a:lnTo>
                  <a:lnTo>
                    <a:pt x="419341" y="285356"/>
                  </a:lnTo>
                  <a:lnTo>
                    <a:pt x="328460" y="314566"/>
                  </a:lnTo>
                  <a:lnTo>
                    <a:pt x="175082" y="366395"/>
                  </a:lnTo>
                  <a:lnTo>
                    <a:pt x="163207" y="370535"/>
                  </a:lnTo>
                  <a:lnTo>
                    <a:pt x="72250" y="395249"/>
                  </a:lnTo>
                  <a:lnTo>
                    <a:pt x="72250" y="424726"/>
                  </a:lnTo>
                  <a:lnTo>
                    <a:pt x="71869" y="424942"/>
                  </a:lnTo>
                  <a:lnTo>
                    <a:pt x="70891" y="425373"/>
                  </a:lnTo>
                  <a:lnTo>
                    <a:pt x="72250" y="424726"/>
                  </a:lnTo>
                  <a:lnTo>
                    <a:pt x="72250" y="395249"/>
                  </a:lnTo>
                  <a:lnTo>
                    <a:pt x="68834" y="396176"/>
                  </a:lnTo>
                  <a:lnTo>
                    <a:pt x="64465" y="397306"/>
                  </a:lnTo>
                  <a:lnTo>
                    <a:pt x="61048" y="398437"/>
                  </a:lnTo>
                  <a:lnTo>
                    <a:pt x="47688" y="417537"/>
                  </a:lnTo>
                  <a:lnTo>
                    <a:pt x="50126" y="422592"/>
                  </a:lnTo>
                  <a:lnTo>
                    <a:pt x="55257" y="427139"/>
                  </a:lnTo>
                  <a:lnTo>
                    <a:pt x="57861" y="428866"/>
                  </a:lnTo>
                  <a:lnTo>
                    <a:pt x="60960" y="429704"/>
                  </a:lnTo>
                  <a:lnTo>
                    <a:pt x="64084" y="429526"/>
                  </a:lnTo>
                  <a:lnTo>
                    <a:pt x="105689" y="419836"/>
                  </a:lnTo>
                  <a:lnTo>
                    <a:pt x="171856" y="397751"/>
                  </a:lnTo>
                  <a:lnTo>
                    <a:pt x="246329" y="376745"/>
                  </a:lnTo>
                  <a:lnTo>
                    <a:pt x="284848" y="365252"/>
                  </a:lnTo>
                  <a:lnTo>
                    <a:pt x="314236" y="355854"/>
                  </a:lnTo>
                  <a:lnTo>
                    <a:pt x="590575" y="263880"/>
                  </a:lnTo>
                  <a:lnTo>
                    <a:pt x="634822" y="249529"/>
                  </a:lnTo>
                  <a:lnTo>
                    <a:pt x="590638" y="263880"/>
                  </a:lnTo>
                  <a:lnTo>
                    <a:pt x="620280" y="255816"/>
                  </a:lnTo>
                  <a:lnTo>
                    <a:pt x="681520" y="266636"/>
                  </a:lnTo>
                  <a:lnTo>
                    <a:pt x="717740" y="280301"/>
                  </a:lnTo>
                  <a:lnTo>
                    <a:pt x="1102385" y="444144"/>
                  </a:lnTo>
                  <a:lnTo>
                    <a:pt x="1102728" y="444309"/>
                  </a:lnTo>
                  <a:lnTo>
                    <a:pt x="1110640" y="447675"/>
                  </a:lnTo>
                  <a:lnTo>
                    <a:pt x="1118933" y="444487"/>
                  </a:lnTo>
                  <a:lnTo>
                    <a:pt x="1119022" y="444309"/>
                  </a:lnTo>
                  <a:lnTo>
                    <a:pt x="1125461" y="430542"/>
                  </a:lnTo>
                  <a:lnTo>
                    <a:pt x="1122540" y="422224"/>
                  </a:lnTo>
                  <a:lnTo>
                    <a:pt x="1114831" y="418414"/>
                  </a:lnTo>
                  <a:lnTo>
                    <a:pt x="1114755" y="418566"/>
                  </a:lnTo>
                  <a:lnTo>
                    <a:pt x="1114666" y="418782"/>
                  </a:lnTo>
                  <a:lnTo>
                    <a:pt x="1114780" y="418414"/>
                  </a:lnTo>
                  <a:lnTo>
                    <a:pt x="728776" y="253961"/>
                  </a:lnTo>
                  <a:lnTo>
                    <a:pt x="690511" y="237667"/>
                  </a:lnTo>
                  <a:lnTo>
                    <a:pt x="701167" y="234911"/>
                  </a:lnTo>
                  <a:lnTo>
                    <a:pt x="1015758" y="158432"/>
                  </a:lnTo>
                  <a:lnTo>
                    <a:pt x="1060691" y="145415"/>
                  </a:lnTo>
                  <a:lnTo>
                    <a:pt x="1147673" y="115697"/>
                  </a:lnTo>
                  <a:lnTo>
                    <a:pt x="1151585" y="107543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093862" y="1249832"/>
            <a:ext cx="4789170" cy="1619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52780">
              <a:lnSpc>
                <a:spcPct val="116199"/>
              </a:lnSpc>
              <a:spcBef>
                <a:spcPts val="100"/>
              </a:spcBef>
            </a:pPr>
            <a:r>
              <a:rPr sz="4500" spc="305" dirty="0">
                <a:solidFill>
                  <a:srgbClr val="EBD9A7"/>
                </a:solidFill>
                <a:latin typeface="Times New Roman"/>
                <a:cs typeface="Times New Roman"/>
              </a:rPr>
              <a:t>Extraction</a:t>
            </a:r>
            <a:r>
              <a:rPr sz="4500" spc="-50" dirty="0">
                <a:solidFill>
                  <a:srgbClr val="EBD9A7"/>
                </a:solidFill>
                <a:latin typeface="Times New Roman"/>
                <a:cs typeface="Times New Roman"/>
              </a:rPr>
              <a:t> </a:t>
            </a:r>
            <a:r>
              <a:rPr sz="4500" spc="450" dirty="0">
                <a:solidFill>
                  <a:srgbClr val="EBD9A7"/>
                </a:solidFill>
                <a:latin typeface="Times New Roman"/>
                <a:cs typeface="Times New Roman"/>
              </a:rPr>
              <a:t>de </a:t>
            </a:r>
            <a:r>
              <a:rPr sz="4500" spc="330" dirty="0">
                <a:solidFill>
                  <a:srgbClr val="EBD9A7"/>
                </a:solidFill>
                <a:latin typeface="Times New Roman"/>
                <a:cs typeface="Times New Roman"/>
              </a:rPr>
              <a:t>Features</a:t>
            </a:r>
            <a:r>
              <a:rPr sz="4500" spc="-70" dirty="0">
                <a:solidFill>
                  <a:srgbClr val="EBD9A7"/>
                </a:solidFill>
                <a:latin typeface="Times New Roman"/>
                <a:cs typeface="Times New Roman"/>
              </a:rPr>
              <a:t> </a:t>
            </a:r>
            <a:r>
              <a:rPr sz="4500" spc="260" dirty="0">
                <a:solidFill>
                  <a:srgbClr val="EBD9A7"/>
                </a:solidFill>
                <a:latin typeface="Times New Roman"/>
                <a:cs typeface="Times New Roman"/>
              </a:rPr>
              <a:t>d'Images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16000" y="1127977"/>
            <a:ext cx="350266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70" dirty="0"/>
              <a:t>ALGORITHME</a:t>
            </a:r>
            <a:r>
              <a:rPr sz="2600" spc="40" dirty="0"/>
              <a:t> </a:t>
            </a:r>
            <a:r>
              <a:rPr sz="2600" dirty="0"/>
              <a:t>AVANCÉ</a:t>
            </a:r>
            <a:r>
              <a:rPr sz="2600" spc="40" dirty="0"/>
              <a:t> </a:t>
            </a:r>
            <a:r>
              <a:rPr sz="2600" spc="-385" dirty="0"/>
              <a:t>:</a:t>
            </a:r>
            <a:endParaRPr sz="2600"/>
          </a:p>
        </p:txBody>
      </p:sp>
      <p:grpSp>
        <p:nvGrpSpPr>
          <p:cNvPr id="8" name="object 8"/>
          <p:cNvGrpSpPr/>
          <p:nvPr/>
        </p:nvGrpSpPr>
        <p:grpSpPr>
          <a:xfrm>
            <a:off x="945582" y="2080414"/>
            <a:ext cx="464184" cy="5712460"/>
            <a:chOff x="945582" y="2080414"/>
            <a:chExt cx="464184" cy="571246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5399" y="2080414"/>
              <a:ext cx="114300" cy="114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5582" y="5191505"/>
              <a:ext cx="104031" cy="10403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5582" y="6439888"/>
              <a:ext cx="104031" cy="1040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5582" y="7688271"/>
              <a:ext cx="104031" cy="104031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577230" y="1909027"/>
            <a:ext cx="7052309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50" dirty="0">
                <a:solidFill>
                  <a:srgbClr val="EBD9A7"/>
                </a:solidFill>
                <a:latin typeface="Trebuchet MS"/>
                <a:cs typeface="Trebuchet MS"/>
              </a:rPr>
              <a:t>RÉSEAUX</a:t>
            </a:r>
            <a:r>
              <a:rPr sz="2600" spc="-85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600" spc="130" dirty="0">
                <a:solidFill>
                  <a:srgbClr val="EBD9A7"/>
                </a:solidFill>
                <a:latin typeface="Trebuchet MS"/>
                <a:cs typeface="Trebuchet MS"/>
              </a:rPr>
              <a:t>DE</a:t>
            </a:r>
            <a:r>
              <a:rPr sz="2600" spc="-80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600" spc="125" dirty="0">
                <a:solidFill>
                  <a:srgbClr val="EBD9A7"/>
                </a:solidFill>
                <a:latin typeface="Trebuchet MS"/>
                <a:cs typeface="Trebuchet MS"/>
              </a:rPr>
              <a:t>NEURONES</a:t>
            </a:r>
            <a:r>
              <a:rPr sz="2600" spc="-80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600" spc="-10" dirty="0">
                <a:solidFill>
                  <a:srgbClr val="EBD9A7"/>
                </a:solidFill>
                <a:latin typeface="Trebuchet MS"/>
                <a:cs typeface="Trebuchet MS"/>
              </a:rPr>
              <a:t>PRÉ-</a:t>
            </a:r>
            <a:r>
              <a:rPr sz="2600" spc="45" dirty="0">
                <a:solidFill>
                  <a:srgbClr val="EBD9A7"/>
                </a:solidFill>
                <a:latin typeface="Trebuchet MS"/>
                <a:cs typeface="Trebuchet MS"/>
              </a:rPr>
              <a:t>ENTRAÎNÉS</a:t>
            </a:r>
            <a:r>
              <a:rPr sz="2600" spc="-80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600" spc="-10" dirty="0">
                <a:solidFill>
                  <a:srgbClr val="EBD9A7"/>
                </a:solidFill>
                <a:latin typeface="Trebuchet MS"/>
                <a:cs typeface="Trebuchet MS"/>
              </a:rPr>
              <a:t>(CNN)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00954" y="4978821"/>
            <a:ext cx="7106284" cy="33547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4450">
              <a:lnSpc>
                <a:spcPct val="116199"/>
              </a:lnSpc>
              <a:spcBef>
                <a:spcPts val="95"/>
              </a:spcBef>
            </a:pPr>
            <a:r>
              <a:rPr sz="2350" spc="-120" dirty="0">
                <a:latin typeface="Arial Black"/>
                <a:cs typeface="Arial Black"/>
              </a:rPr>
              <a:t>Chargement</a:t>
            </a:r>
            <a:r>
              <a:rPr sz="2350" spc="-145" dirty="0">
                <a:latin typeface="Arial Black"/>
                <a:cs typeface="Arial Black"/>
              </a:rPr>
              <a:t> </a:t>
            </a:r>
            <a:r>
              <a:rPr sz="2350" spc="-55" dirty="0">
                <a:latin typeface="Arial Black"/>
                <a:cs typeface="Arial Black"/>
              </a:rPr>
              <a:t>du</a:t>
            </a:r>
            <a:r>
              <a:rPr sz="2350" spc="-140" dirty="0">
                <a:latin typeface="Arial Black"/>
                <a:cs typeface="Arial Black"/>
              </a:rPr>
              <a:t> </a:t>
            </a:r>
            <a:r>
              <a:rPr sz="2350" spc="-110" dirty="0">
                <a:latin typeface="Arial Black"/>
                <a:cs typeface="Arial Black"/>
              </a:rPr>
              <a:t>Modèle</a:t>
            </a:r>
            <a:r>
              <a:rPr sz="2350" spc="-140" dirty="0">
                <a:latin typeface="Arial Black"/>
                <a:cs typeface="Arial Black"/>
              </a:rPr>
              <a:t> </a:t>
            </a:r>
            <a:r>
              <a:rPr sz="2350" spc="-110" dirty="0">
                <a:latin typeface="Arial Black"/>
                <a:cs typeface="Arial Black"/>
              </a:rPr>
              <a:t>Pré-</a:t>
            </a:r>
            <a:r>
              <a:rPr sz="2350" spc="-80" dirty="0">
                <a:latin typeface="Arial Black"/>
                <a:cs typeface="Arial Black"/>
              </a:rPr>
              <a:t>entrainé</a:t>
            </a:r>
            <a:r>
              <a:rPr sz="2350" spc="-145" dirty="0">
                <a:latin typeface="Arial Black"/>
                <a:cs typeface="Arial Black"/>
              </a:rPr>
              <a:t> </a:t>
            </a:r>
            <a:r>
              <a:rPr sz="2350" spc="-305" dirty="0">
                <a:latin typeface="Trebuchet MS"/>
                <a:cs typeface="Trebuchet MS"/>
              </a:rPr>
              <a:t>:</a:t>
            </a:r>
            <a:r>
              <a:rPr sz="2350" spc="-65" dirty="0">
                <a:latin typeface="Trebuchet MS"/>
                <a:cs typeface="Trebuchet MS"/>
              </a:rPr>
              <a:t> </a:t>
            </a:r>
            <a:r>
              <a:rPr sz="2350" spc="-10" dirty="0">
                <a:latin typeface="Trebuchet MS"/>
                <a:cs typeface="Trebuchet MS"/>
              </a:rPr>
              <a:t>Utilisation </a:t>
            </a:r>
            <a:r>
              <a:rPr sz="2350" dirty="0">
                <a:latin typeface="Trebuchet MS"/>
                <a:cs typeface="Trebuchet MS"/>
              </a:rPr>
              <a:t>de</a:t>
            </a:r>
            <a:r>
              <a:rPr sz="2350" spc="-15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VGG16,</a:t>
            </a:r>
            <a:r>
              <a:rPr sz="2350" spc="-15" dirty="0">
                <a:latin typeface="Trebuchet MS"/>
                <a:cs typeface="Trebuchet MS"/>
              </a:rPr>
              <a:t> </a:t>
            </a:r>
            <a:r>
              <a:rPr sz="2350" spc="100" dirty="0">
                <a:latin typeface="Trebuchet MS"/>
                <a:cs typeface="Trebuchet MS"/>
              </a:rPr>
              <a:t>un</a:t>
            </a:r>
            <a:r>
              <a:rPr sz="2350" spc="-15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modèle</a:t>
            </a:r>
            <a:r>
              <a:rPr sz="2350" spc="-15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puissant</a:t>
            </a:r>
            <a:r>
              <a:rPr sz="2350" spc="-15" dirty="0">
                <a:latin typeface="Trebuchet MS"/>
                <a:cs typeface="Trebuchet MS"/>
              </a:rPr>
              <a:t> </a:t>
            </a:r>
            <a:r>
              <a:rPr sz="2350" spc="-10" dirty="0">
                <a:latin typeface="Trebuchet MS"/>
                <a:cs typeface="Trebuchet MS"/>
              </a:rPr>
              <a:t>pré-entrainé</a:t>
            </a:r>
            <a:r>
              <a:rPr sz="2350" spc="-15" dirty="0">
                <a:latin typeface="Trebuchet MS"/>
                <a:cs typeface="Trebuchet MS"/>
              </a:rPr>
              <a:t> </a:t>
            </a:r>
            <a:r>
              <a:rPr sz="2350" spc="80" dirty="0">
                <a:latin typeface="Trebuchet MS"/>
                <a:cs typeface="Trebuchet MS"/>
              </a:rPr>
              <a:t>sur</a:t>
            </a:r>
            <a:r>
              <a:rPr sz="2350" spc="-15" dirty="0">
                <a:latin typeface="Trebuchet MS"/>
                <a:cs typeface="Trebuchet MS"/>
              </a:rPr>
              <a:t> </a:t>
            </a:r>
            <a:r>
              <a:rPr sz="2350" spc="-35" dirty="0">
                <a:latin typeface="Trebuchet MS"/>
                <a:cs typeface="Trebuchet MS"/>
              </a:rPr>
              <a:t>le </a:t>
            </a:r>
            <a:r>
              <a:rPr sz="2350" dirty="0">
                <a:latin typeface="Trebuchet MS"/>
                <a:cs typeface="Trebuchet MS"/>
              </a:rPr>
              <a:t>dataset</a:t>
            </a:r>
            <a:r>
              <a:rPr sz="2350" spc="-160" dirty="0">
                <a:latin typeface="Trebuchet MS"/>
                <a:cs typeface="Trebuchet MS"/>
              </a:rPr>
              <a:t> </a:t>
            </a:r>
            <a:r>
              <a:rPr sz="2350" spc="-10" dirty="0">
                <a:latin typeface="Trebuchet MS"/>
                <a:cs typeface="Trebuchet MS"/>
              </a:rPr>
              <a:t>ImageNet.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ct val="116199"/>
              </a:lnSpc>
            </a:pPr>
            <a:r>
              <a:rPr sz="2350" spc="-95" dirty="0">
                <a:latin typeface="Arial Black"/>
                <a:cs typeface="Arial Black"/>
              </a:rPr>
              <a:t>Modification</a:t>
            </a:r>
            <a:r>
              <a:rPr sz="2350" spc="-165" dirty="0">
                <a:latin typeface="Arial Black"/>
                <a:cs typeface="Arial Black"/>
              </a:rPr>
              <a:t> </a:t>
            </a:r>
            <a:r>
              <a:rPr sz="2350" spc="-55" dirty="0">
                <a:latin typeface="Arial Black"/>
                <a:cs typeface="Arial Black"/>
              </a:rPr>
              <a:t>du</a:t>
            </a:r>
            <a:r>
              <a:rPr sz="2350" spc="-160" dirty="0">
                <a:latin typeface="Arial Black"/>
                <a:cs typeface="Arial Black"/>
              </a:rPr>
              <a:t> </a:t>
            </a:r>
            <a:r>
              <a:rPr sz="2350" spc="-110" dirty="0">
                <a:latin typeface="Arial Black"/>
                <a:cs typeface="Arial Black"/>
              </a:rPr>
              <a:t>Modèle</a:t>
            </a:r>
            <a:r>
              <a:rPr sz="2350" spc="-160" dirty="0">
                <a:latin typeface="Arial Black"/>
                <a:cs typeface="Arial Black"/>
              </a:rPr>
              <a:t> </a:t>
            </a:r>
            <a:r>
              <a:rPr sz="2350" spc="-305" dirty="0">
                <a:latin typeface="Trebuchet MS"/>
                <a:cs typeface="Trebuchet MS"/>
              </a:rPr>
              <a:t>:</a:t>
            </a:r>
            <a:r>
              <a:rPr sz="2350" spc="-90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Création</a:t>
            </a:r>
            <a:r>
              <a:rPr sz="2350" spc="-85" dirty="0">
                <a:latin typeface="Trebuchet MS"/>
                <a:cs typeface="Trebuchet MS"/>
              </a:rPr>
              <a:t> </a:t>
            </a:r>
            <a:r>
              <a:rPr sz="2350" spc="90" dirty="0">
                <a:latin typeface="Trebuchet MS"/>
                <a:cs typeface="Trebuchet MS"/>
              </a:rPr>
              <a:t>d'un</a:t>
            </a:r>
            <a:r>
              <a:rPr sz="2350" spc="-85" dirty="0">
                <a:latin typeface="Trebuchet MS"/>
                <a:cs typeface="Trebuchet MS"/>
              </a:rPr>
              <a:t> </a:t>
            </a:r>
            <a:r>
              <a:rPr sz="2350" spc="35" dirty="0">
                <a:latin typeface="Trebuchet MS"/>
                <a:cs typeface="Trebuchet MS"/>
              </a:rPr>
              <a:t>nouveau </a:t>
            </a:r>
            <a:r>
              <a:rPr sz="2350" dirty="0">
                <a:latin typeface="Trebuchet MS"/>
                <a:cs typeface="Trebuchet MS"/>
              </a:rPr>
              <a:t>modèle</a:t>
            </a:r>
            <a:r>
              <a:rPr sz="2350" spc="-25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en</a:t>
            </a:r>
            <a:r>
              <a:rPr sz="2350" spc="-20" dirty="0">
                <a:latin typeface="Trebuchet MS"/>
                <a:cs typeface="Trebuchet MS"/>
              </a:rPr>
              <a:t> </a:t>
            </a:r>
            <a:r>
              <a:rPr sz="2350" spc="-10" dirty="0">
                <a:latin typeface="Trebuchet MS"/>
                <a:cs typeface="Trebuchet MS"/>
              </a:rPr>
              <a:t>omettant</a:t>
            </a:r>
            <a:r>
              <a:rPr sz="2350" spc="-25" dirty="0">
                <a:latin typeface="Trebuchet MS"/>
                <a:cs typeface="Trebuchet MS"/>
              </a:rPr>
              <a:t> </a:t>
            </a:r>
            <a:r>
              <a:rPr sz="2350" spc="-75" dirty="0">
                <a:latin typeface="Trebuchet MS"/>
                <a:cs typeface="Trebuchet MS"/>
              </a:rPr>
              <a:t>la</a:t>
            </a:r>
            <a:r>
              <a:rPr sz="2350" spc="-20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dernière</a:t>
            </a:r>
            <a:r>
              <a:rPr sz="2350" spc="-25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couche</a:t>
            </a:r>
            <a:r>
              <a:rPr sz="2350" spc="-20" dirty="0">
                <a:latin typeface="Trebuchet MS"/>
                <a:cs typeface="Trebuchet MS"/>
              </a:rPr>
              <a:t> </a:t>
            </a:r>
            <a:r>
              <a:rPr sz="2350" spc="-25" dirty="0">
                <a:latin typeface="Trebuchet MS"/>
                <a:cs typeface="Trebuchet MS"/>
              </a:rPr>
              <a:t>de </a:t>
            </a:r>
            <a:r>
              <a:rPr sz="2350" spc="-35" dirty="0">
                <a:latin typeface="Trebuchet MS"/>
                <a:cs typeface="Trebuchet MS"/>
              </a:rPr>
              <a:t>classification</a:t>
            </a:r>
            <a:r>
              <a:rPr sz="2350" spc="-90" dirty="0">
                <a:latin typeface="Trebuchet MS"/>
                <a:cs typeface="Trebuchet MS"/>
              </a:rPr>
              <a:t> </a:t>
            </a:r>
            <a:r>
              <a:rPr sz="2350" spc="70" dirty="0">
                <a:latin typeface="Trebuchet MS"/>
                <a:cs typeface="Trebuchet MS"/>
              </a:rPr>
              <a:t>pour</a:t>
            </a:r>
            <a:r>
              <a:rPr sz="2350" spc="-90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obtenir</a:t>
            </a:r>
            <a:r>
              <a:rPr sz="2350" spc="-90" dirty="0">
                <a:latin typeface="Trebuchet MS"/>
                <a:cs typeface="Trebuchet MS"/>
              </a:rPr>
              <a:t> </a:t>
            </a:r>
            <a:r>
              <a:rPr sz="2350" spc="75" dirty="0">
                <a:latin typeface="Trebuchet MS"/>
                <a:cs typeface="Trebuchet MS"/>
              </a:rPr>
              <a:t>des</a:t>
            </a:r>
            <a:r>
              <a:rPr sz="2350" spc="-85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vecteurs</a:t>
            </a:r>
            <a:r>
              <a:rPr sz="2350" spc="-90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de</a:t>
            </a:r>
            <a:r>
              <a:rPr sz="2350" spc="-90" dirty="0">
                <a:latin typeface="Trebuchet MS"/>
                <a:cs typeface="Trebuchet MS"/>
              </a:rPr>
              <a:t> </a:t>
            </a:r>
            <a:r>
              <a:rPr sz="2350" spc="-10" dirty="0">
                <a:latin typeface="Trebuchet MS"/>
                <a:cs typeface="Trebuchet MS"/>
              </a:rPr>
              <a:t>features. </a:t>
            </a:r>
            <a:r>
              <a:rPr sz="2350" spc="-105" dirty="0">
                <a:latin typeface="Arial Black"/>
                <a:cs typeface="Arial Black"/>
              </a:rPr>
              <a:t>Utilisation</a:t>
            </a:r>
            <a:r>
              <a:rPr sz="2350" spc="-150" dirty="0">
                <a:latin typeface="Arial Black"/>
                <a:cs typeface="Arial Black"/>
              </a:rPr>
              <a:t> </a:t>
            </a:r>
            <a:r>
              <a:rPr sz="2350" spc="-185" dirty="0">
                <a:latin typeface="Arial Black"/>
                <a:cs typeface="Arial Black"/>
              </a:rPr>
              <a:t>des</a:t>
            </a:r>
            <a:r>
              <a:rPr sz="2350" spc="-150" dirty="0">
                <a:latin typeface="Arial Black"/>
                <a:cs typeface="Arial Black"/>
              </a:rPr>
              <a:t> </a:t>
            </a:r>
            <a:r>
              <a:rPr sz="2350" spc="-135" dirty="0">
                <a:latin typeface="Arial Black"/>
                <a:cs typeface="Arial Black"/>
              </a:rPr>
              <a:t>Features</a:t>
            </a:r>
            <a:r>
              <a:rPr sz="2350" spc="-150" dirty="0">
                <a:latin typeface="Arial Black"/>
                <a:cs typeface="Arial Black"/>
              </a:rPr>
              <a:t> </a:t>
            </a:r>
            <a:r>
              <a:rPr sz="2350" spc="-305" dirty="0">
                <a:latin typeface="Trebuchet MS"/>
                <a:cs typeface="Trebuchet MS"/>
              </a:rPr>
              <a:t>:</a:t>
            </a:r>
            <a:r>
              <a:rPr sz="2350" spc="-75" dirty="0">
                <a:latin typeface="Trebuchet MS"/>
                <a:cs typeface="Trebuchet MS"/>
              </a:rPr>
              <a:t> </a:t>
            </a:r>
            <a:r>
              <a:rPr sz="2350" spc="55" dirty="0">
                <a:latin typeface="Trebuchet MS"/>
                <a:cs typeface="Trebuchet MS"/>
              </a:rPr>
              <a:t>Les</a:t>
            </a:r>
            <a:r>
              <a:rPr sz="2350" spc="-70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vecteurs</a:t>
            </a:r>
            <a:r>
              <a:rPr sz="2350" spc="-75" dirty="0">
                <a:latin typeface="Trebuchet MS"/>
                <a:cs typeface="Trebuchet MS"/>
              </a:rPr>
              <a:t> </a:t>
            </a:r>
            <a:r>
              <a:rPr sz="2350" dirty="0">
                <a:latin typeface="Trebuchet MS"/>
                <a:cs typeface="Trebuchet MS"/>
              </a:rPr>
              <a:t>de</a:t>
            </a:r>
            <a:r>
              <a:rPr sz="2350" spc="-75" dirty="0">
                <a:latin typeface="Trebuchet MS"/>
                <a:cs typeface="Trebuchet MS"/>
              </a:rPr>
              <a:t> </a:t>
            </a:r>
            <a:r>
              <a:rPr sz="2350" spc="-10" dirty="0">
                <a:latin typeface="Trebuchet MS"/>
                <a:cs typeface="Trebuchet MS"/>
              </a:rPr>
              <a:t>features </a:t>
            </a:r>
            <a:r>
              <a:rPr sz="2350" spc="-35" dirty="0">
                <a:latin typeface="Trebuchet MS"/>
                <a:cs typeface="Trebuchet MS"/>
              </a:rPr>
              <a:t>extraits</a:t>
            </a:r>
            <a:r>
              <a:rPr sz="2350" spc="-110" dirty="0">
                <a:latin typeface="Trebuchet MS"/>
                <a:cs typeface="Trebuchet MS"/>
              </a:rPr>
              <a:t> </a:t>
            </a:r>
            <a:r>
              <a:rPr sz="2350" spc="50" dirty="0">
                <a:latin typeface="Trebuchet MS"/>
                <a:cs typeface="Trebuchet MS"/>
              </a:rPr>
              <a:t>sont</a:t>
            </a:r>
            <a:r>
              <a:rPr sz="2350" spc="-100" dirty="0">
                <a:latin typeface="Trebuchet MS"/>
                <a:cs typeface="Trebuchet MS"/>
              </a:rPr>
              <a:t> </a:t>
            </a:r>
            <a:r>
              <a:rPr sz="2350" spc="-25" dirty="0">
                <a:latin typeface="Trebuchet MS"/>
                <a:cs typeface="Trebuchet MS"/>
              </a:rPr>
              <a:t>utilisés</a:t>
            </a:r>
            <a:r>
              <a:rPr sz="2350" spc="-105" dirty="0">
                <a:latin typeface="Trebuchet MS"/>
                <a:cs typeface="Trebuchet MS"/>
              </a:rPr>
              <a:t> </a:t>
            </a:r>
            <a:r>
              <a:rPr sz="2350" spc="70" dirty="0">
                <a:latin typeface="Trebuchet MS"/>
                <a:cs typeface="Trebuchet MS"/>
              </a:rPr>
              <a:t>pour</a:t>
            </a:r>
            <a:r>
              <a:rPr sz="2350" spc="-100" dirty="0">
                <a:latin typeface="Trebuchet MS"/>
                <a:cs typeface="Trebuchet MS"/>
              </a:rPr>
              <a:t> </a:t>
            </a:r>
            <a:r>
              <a:rPr sz="2350" spc="-80" dirty="0">
                <a:latin typeface="Trebuchet MS"/>
                <a:cs typeface="Trebuchet MS"/>
              </a:rPr>
              <a:t>le</a:t>
            </a:r>
            <a:r>
              <a:rPr sz="2350" spc="-100" dirty="0">
                <a:latin typeface="Trebuchet MS"/>
                <a:cs typeface="Trebuchet MS"/>
              </a:rPr>
              <a:t> </a:t>
            </a:r>
            <a:r>
              <a:rPr sz="2350" spc="-10" dirty="0">
                <a:latin typeface="Trebuchet MS"/>
                <a:cs typeface="Trebuchet MS"/>
              </a:rPr>
              <a:t>clustering</a:t>
            </a:r>
            <a:endParaRPr sz="2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46486" y="9258300"/>
            <a:ext cx="6810374" cy="36194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420431"/>
              <a:ext cx="9143999" cy="48665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4000" y="0"/>
              <a:ext cx="9143999" cy="541613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62145" rIns="0" bIns="0" rtlCol="0">
            <a:spAutoFit/>
          </a:bodyPr>
          <a:lstStyle/>
          <a:p>
            <a:pPr marL="1313180">
              <a:lnSpc>
                <a:spcPct val="100000"/>
              </a:lnSpc>
              <a:spcBef>
                <a:spcPts val="100"/>
              </a:spcBef>
            </a:pPr>
            <a:r>
              <a:rPr sz="3200" spc="60" dirty="0">
                <a:latin typeface="Times New Roman"/>
                <a:cs typeface="Times New Roman"/>
              </a:rPr>
              <a:t>RÉDUCTION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75" dirty="0">
                <a:latin typeface="Times New Roman"/>
                <a:cs typeface="Times New Roman"/>
              </a:rPr>
              <a:t>DIMENSION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325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62800" y="6981450"/>
            <a:ext cx="5241290" cy="161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60" dirty="0">
                <a:solidFill>
                  <a:srgbClr val="EBD9A7"/>
                </a:solidFill>
                <a:latin typeface="Times New Roman"/>
                <a:cs typeface="Times New Roman"/>
              </a:rPr>
              <a:t>RÉDUCTION</a:t>
            </a:r>
            <a:r>
              <a:rPr sz="3200" spc="-60" dirty="0">
                <a:solidFill>
                  <a:srgbClr val="EBD9A7"/>
                </a:solidFill>
                <a:latin typeface="Times New Roman"/>
                <a:cs typeface="Times New Roman"/>
              </a:rPr>
              <a:t> </a:t>
            </a:r>
            <a:r>
              <a:rPr sz="3200" spc="75" dirty="0">
                <a:solidFill>
                  <a:srgbClr val="EBD9A7"/>
                </a:solidFill>
                <a:latin typeface="Times New Roman"/>
                <a:cs typeface="Times New Roman"/>
              </a:rPr>
              <a:t>DIMENSION</a:t>
            </a:r>
            <a:r>
              <a:rPr sz="3200" spc="-55" dirty="0">
                <a:solidFill>
                  <a:srgbClr val="EBD9A7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EBD9A7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  <a:p>
            <a:pPr marL="2043430" marR="2189480" indent="-635" algn="ctr">
              <a:lnSpc>
                <a:spcPct val="113599"/>
              </a:lnSpc>
              <a:spcBef>
                <a:spcPts val="2435"/>
              </a:spcBef>
            </a:pPr>
            <a:r>
              <a:rPr sz="2300" spc="-20" dirty="0">
                <a:solidFill>
                  <a:srgbClr val="EBD9A7"/>
                </a:solidFill>
                <a:latin typeface="Trebuchet MS"/>
                <a:cs typeface="Trebuchet MS"/>
              </a:rPr>
              <a:t>tSNE </a:t>
            </a:r>
            <a:r>
              <a:rPr sz="2300" spc="90" dirty="0">
                <a:solidFill>
                  <a:srgbClr val="EBD9A7"/>
                </a:solidFill>
                <a:latin typeface="Trebuchet MS"/>
                <a:cs typeface="Trebuchet MS"/>
              </a:rPr>
              <a:t>803=&gt;2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16398" y="2231873"/>
            <a:ext cx="4930140" cy="133985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sz="2500" spc="-25" dirty="0">
                <a:solidFill>
                  <a:srgbClr val="EBD9A7"/>
                </a:solidFill>
                <a:latin typeface="Trebuchet MS"/>
                <a:cs typeface="Trebuchet MS"/>
              </a:rPr>
              <a:t>PCA</a:t>
            </a:r>
            <a:endParaRPr sz="2500">
              <a:latin typeface="Trebuchet MS"/>
              <a:cs typeface="Trebuchet MS"/>
            </a:endParaRPr>
          </a:p>
          <a:p>
            <a:pPr marL="12700" marR="5080" indent="510540">
              <a:lnSpc>
                <a:spcPct val="114999"/>
              </a:lnSpc>
            </a:pPr>
            <a:r>
              <a:rPr sz="2500" spc="235" dirty="0">
                <a:solidFill>
                  <a:srgbClr val="EBD9A7"/>
                </a:solidFill>
                <a:latin typeface="Trebuchet MS"/>
                <a:cs typeface="Trebuchet MS"/>
              </a:rPr>
              <a:t>99%</a:t>
            </a:r>
            <a:r>
              <a:rPr sz="2500" spc="-85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EBD9A7"/>
                </a:solidFill>
                <a:latin typeface="Trebuchet MS"/>
                <a:cs typeface="Trebuchet MS"/>
              </a:rPr>
              <a:t>de</a:t>
            </a:r>
            <a:r>
              <a:rPr sz="2500" spc="-80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EBD9A7"/>
                </a:solidFill>
                <a:latin typeface="Trebuchet MS"/>
                <a:cs typeface="Trebuchet MS"/>
              </a:rPr>
              <a:t>variance</a:t>
            </a:r>
            <a:r>
              <a:rPr sz="2500" spc="-85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EBD9A7"/>
                </a:solidFill>
                <a:latin typeface="Trebuchet MS"/>
                <a:cs typeface="Trebuchet MS"/>
              </a:rPr>
              <a:t>conservée </a:t>
            </a:r>
            <a:r>
              <a:rPr sz="2500" spc="100" dirty="0">
                <a:solidFill>
                  <a:srgbClr val="EBD9A7"/>
                </a:solidFill>
                <a:latin typeface="Trebuchet MS"/>
                <a:cs typeface="Trebuchet MS"/>
              </a:rPr>
              <a:t>4096</a:t>
            </a:r>
            <a:r>
              <a:rPr sz="2500" spc="-105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500" spc="100" dirty="0">
                <a:solidFill>
                  <a:srgbClr val="EBD9A7"/>
                </a:solidFill>
                <a:latin typeface="Trebuchet MS"/>
                <a:cs typeface="Trebuchet MS"/>
              </a:rPr>
              <a:t>=&gt;803</a:t>
            </a:r>
            <a:r>
              <a:rPr sz="2500" spc="-100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500" spc="-85" dirty="0">
                <a:solidFill>
                  <a:srgbClr val="EBD9A7"/>
                </a:solidFill>
                <a:latin typeface="Trebuchet MS"/>
                <a:cs typeface="Trebuchet MS"/>
              </a:rPr>
              <a:t>(ex</a:t>
            </a:r>
            <a:r>
              <a:rPr sz="2500" spc="-105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500" spc="-320" dirty="0">
                <a:solidFill>
                  <a:srgbClr val="EBD9A7"/>
                </a:solidFill>
                <a:latin typeface="Trebuchet MS"/>
                <a:cs typeface="Trebuchet MS"/>
              </a:rPr>
              <a:t>:</a:t>
            </a:r>
            <a:r>
              <a:rPr sz="2500" spc="-100" dirty="0">
                <a:solidFill>
                  <a:srgbClr val="EBD9A7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EBD9A7"/>
                </a:solidFill>
                <a:latin typeface="Trebuchet MS"/>
                <a:cs typeface="Trebuchet MS"/>
              </a:rPr>
              <a:t>image_advanced)</a:t>
            </a:r>
            <a:endParaRPr sz="2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24547" y="2070984"/>
            <a:ext cx="10839448" cy="61436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24547" y="2070984"/>
            <a:ext cx="10839448" cy="61436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A18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4862371"/>
            <a:ext cx="18288000" cy="5424805"/>
            <a:chOff x="0" y="4862371"/>
            <a:chExt cx="18288000" cy="5424805"/>
          </a:xfrm>
        </p:grpSpPr>
        <p:sp>
          <p:nvSpPr>
            <p:cNvPr id="4" name="object 4"/>
            <p:cNvSpPr/>
            <p:nvPr/>
          </p:nvSpPr>
          <p:spPr>
            <a:xfrm>
              <a:off x="0" y="4862371"/>
              <a:ext cx="18288000" cy="5424805"/>
            </a:xfrm>
            <a:custGeom>
              <a:avLst/>
              <a:gdLst/>
              <a:ahLst/>
              <a:cxnLst/>
              <a:rect l="l" t="t" r="r" b="b"/>
              <a:pathLst>
                <a:path w="18288000" h="5424805">
                  <a:moveTo>
                    <a:pt x="18287998" y="5424628"/>
                  </a:moveTo>
                  <a:lnTo>
                    <a:pt x="0" y="5424628"/>
                  </a:lnTo>
                  <a:lnTo>
                    <a:pt x="0" y="0"/>
                  </a:lnTo>
                  <a:lnTo>
                    <a:pt x="18287998" y="0"/>
                  </a:lnTo>
                  <a:lnTo>
                    <a:pt x="18287998" y="5424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1305" y="5782447"/>
              <a:ext cx="4171949" cy="7524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1305" y="6862708"/>
              <a:ext cx="4171949" cy="20097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53291" y="5782446"/>
              <a:ext cx="3486149" cy="30956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24147" y="6223761"/>
              <a:ext cx="4867274" cy="333374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0288" rIns="0" bIns="0" rtlCol="0">
            <a:spAutoFit/>
          </a:bodyPr>
          <a:lstStyle/>
          <a:p>
            <a:pPr marL="447040">
              <a:lnSpc>
                <a:spcPct val="100000"/>
              </a:lnSpc>
              <a:spcBef>
                <a:spcPts val="100"/>
              </a:spcBef>
            </a:pPr>
            <a:r>
              <a:rPr sz="5200" spc="-509" dirty="0">
                <a:solidFill>
                  <a:srgbClr val="000000"/>
                </a:solidFill>
                <a:latin typeface="Arial Black"/>
                <a:cs typeface="Arial Black"/>
              </a:rPr>
              <a:t>ARI</a:t>
            </a:r>
            <a:endParaRPr sz="5200">
              <a:latin typeface="Arial Black"/>
              <a:cs typeface="Arial Black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76349" y="3351551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76349" y="4227852"/>
            <a:ext cx="114300" cy="1142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16000" y="2316533"/>
            <a:ext cx="14304644" cy="215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609725" algn="ctr">
              <a:lnSpc>
                <a:spcPct val="100000"/>
              </a:lnSpc>
              <a:spcBef>
                <a:spcPts val="100"/>
              </a:spcBef>
            </a:pPr>
            <a:r>
              <a:rPr sz="2500" spc="-130" dirty="0">
                <a:latin typeface="Arial Black"/>
                <a:cs typeface="Arial Black"/>
              </a:rPr>
              <a:t>Mesure</a:t>
            </a:r>
            <a:r>
              <a:rPr sz="2500" spc="-155" dirty="0">
                <a:latin typeface="Arial Black"/>
                <a:cs typeface="Arial Black"/>
              </a:rPr>
              <a:t> </a:t>
            </a:r>
            <a:r>
              <a:rPr sz="2500" spc="-130" dirty="0">
                <a:latin typeface="Arial Black"/>
                <a:cs typeface="Arial Black"/>
              </a:rPr>
              <a:t>statistique</a:t>
            </a:r>
            <a:r>
              <a:rPr sz="2500" spc="-150" dirty="0">
                <a:latin typeface="Arial Black"/>
                <a:cs typeface="Arial Black"/>
              </a:rPr>
              <a:t> </a:t>
            </a:r>
            <a:r>
              <a:rPr sz="2500" spc="-130" dirty="0">
                <a:latin typeface="Arial Black"/>
                <a:cs typeface="Arial Black"/>
              </a:rPr>
              <a:t>utilisée</a:t>
            </a:r>
            <a:r>
              <a:rPr sz="2500" spc="-150" dirty="0">
                <a:latin typeface="Arial Black"/>
                <a:cs typeface="Arial Black"/>
              </a:rPr>
              <a:t> </a:t>
            </a:r>
            <a:r>
              <a:rPr sz="2500" spc="-60" dirty="0">
                <a:latin typeface="Arial Black"/>
                <a:cs typeface="Arial Black"/>
              </a:rPr>
              <a:t>pour</a:t>
            </a:r>
            <a:r>
              <a:rPr sz="2500" spc="-150" dirty="0">
                <a:latin typeface="Arial Black"/>
                <a:cs typeface="Arial Black"/>
              </a:rPr>
              <a:t> </a:t>
            </a:r>
            <a:r>
              <a:rPr sz="2500" spc="-114" dirty="0">
                <a:latin typeface="Arial Black"/>
                <a:cs typeface="Arial Black"/>
              </a:rPr>
              <a:t>évaluer</a:t>
            </a:r>
            <a:r>
              <a:rPr sz="2500" spc="-150" dirty="0">
                <a:latin typeface="Arial Black"/>
                <a:cs typeface="Arial Black"/>
              </a:rPr>
              <a:t> </a:t>
            </a:r>
            <a:r>
              <a:rPr sz="2500" spc="-130" dirty="0">
                <a:latin typeface="Arial Black"/>
                <a:cs typeface="Arial Black"/>
              </a:rPr>
              <a:t>la</a:t>
            </a:r>
            <a:r>
              <a:rPr sz="2500" spc="-155" dirty="0">
                <a:latin typeface="Arial Black"/>
                <a:cs typeface="Arial Black"/>
              </a:rPr>
              <a:t> </a:t>
            </a:r>
            <a:r>
              <a:rPr sz="2500" spc="-110" dirty="0">
                <a:latin typeface="Arial Black"/>
                <a:cs typeface="Arial Black"/>
              </a:rPr>
              <a:t>similarité</a:t>
            </a:r>
            <a:r>
              <a:rPr sz="2500" spc="-150" dirty="0">
                <a:latin typeface="Arial Black"/>
                <a:cs typeface="Arial Black"/>
              </a:rPr>
              <a:t> </a:t>
            </a:r>
            <a:r>
              <a:rPr sz="2500" spc="-95" dirty="0">
                <a:latin typeface="Arial Black"/>
                <a:cs typeface="Arial Black"/>
              </a:rPr>
              <a:t>entre</a:t>
            </a:r>
            <a:r>
              <a:rPr sz="2500" spc="-150" dirty="0">
                <a:latin typeface="Arial Black"/>
                <a:cs typeface="Arial Black"/>
              </a:rPr>
              <a:t> deux </a:t>
            </a:r>
            <a:r>
              <a:rPr sz="2500" spc="-55" dirty="0">
                <a:latin typeface="Arial Black"/>
                <a:cs typeface="Arial Black"/>
              </a:rPr>
              <a:t>regroupements</a:t>
            </a:r>
            <a:endParaRPr sz="2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2500">
              <a:latin typeface="Arial Black"/>
              <a:cs typeface="Arial Black"/>
            </a:endParaRPr>
          </a:p>
          <a:p>
            <a:pPr marR="1663700" algn="ctr">
              <a:lnSpc>
                <a:spcPct val="100000"/>
              </a:lnSpc>
              <a:spcBef>
                <a:spcPts val="5"/>
              </a:spcBef>
            </a:pPr>
            <a:r>
              <a:rPr sz="2500" spc="-254" dirty="0">
                <a:latin typeface="Arial Black"/>
                <a:cs typeface="Arial Black"/>
              </a:rPr>
              <a:t>2</a:t>
            </a:r>
            <a:r>
              <a:rPr sz="2500" spc="-165" dirty="0">
                <a:latin typeface="Arial Black"/>
                <a:cs typeface="Arial Black"/>
              </a:rPr>
              <a:t> </a:t>
            </a:r>
            <a:r>
              <a:rPr sz="2500" spc="-105" dirty="0">
                <a:latin typeface="Arial Black"/>
                <a:cs typeface="Arial Black"/>
              </a:rPr>
              <a:t>individus</a:t>
            </a:r>
            <a:r>
              <a:rPr sz="2500" spc="-160" dirty="0">
                <a:latin typeface="Arial Black"/>
                <a:cs typeface="Arial Black"/>
              </a:rPr>
              <a:t> </a:t>
            </a:r>
            <a:r>
              <a:rPr sz="2500" spc="-150" dirty="0">
                <a:latin typeface="Arial Black"/>
                <a:cs typeface="Arial Black"/>
              </a:rPr>
              <a:t>dans</a:t>
            </a:r>
            <a:r>
              <a:rPr sz="2500" spc="-165" dirty="0">
                <a:latin typeface="Arial Black"/>
                <a:cs typeface="Arial Black"/>
              </a:rPr>
              <a:t> </a:t>
            </a:r>
            <a:r>
              <a:rPr sz="2500" spc="-145" dirty="0">
                <a:latin typeface="Arial Black"/>
                <a:cs typeface="Arial Black"/>
              </a:rPr>
              <a:t>le</a:t>
            </a:r>
            <a:r>
              <a:rPr sz="2500" spc="-160" dirty="0">
                <a:latin typeface="Arial Black"/>
                <a:cs typeface="Arial Black"/>
              </a:rPr>
              <a:t> </a:t>
            </a:r>
            <a:r>
              <a:rPr sz="2500" spc="-130" dirty="0">
                <a:latin typeface="Arial Black"/>
                <a:cs typeface="Arial Black"/>
              </a:rPr>
              <a:t>même</a:t>
            </a:r>
            <a:r>
              <a:rPr sz="2500" spc="-165" dirty="0">
                <a:latin typeface="Arial Black"/>
                <a:cs typeface="Arial Black"/>
              </a:rPr>
              <a:t> </a:t>
            </a:r>
            <a:r>
              <a:rPr sz="2500" spc="-150" dirty="0">
                <a:latin typeface="Arial Black"/>
                <a:cs typeface="Arial Black"/>
              </a:rPr>
              <a:t>cluster</a:t>
            </a:r>
            <a:r>
              <a:rPr sz="2500" spc="-160" dirty="0">
                <a:latin typeface="Arial Black"/>
                <a:cs typeface="Arial Black"/>
              </a:rPr>
              <a:t> </a:t>
            </a:r>
            <a:r>
              <a:rPr sz="2500" spc="-125" dirty="0">
                <a:latin typeface="Arial Black"/>
                <a:cs typeface="Arial Black"/>
              </a:rPr>
              <a:t>sont</a:t>
            </a:r>
            <a:r>
              <a:rPr sz="2500" spc="-165" dirty="0">
                <a:latin typeface="Arial Black"/>
                <a:cs typeface="Arial Black"/>
              </a:rPr>
              <a:t> </a:t>
            </a:r>
            <a:r>
              <a:rPr sz="2500" spc="-155" dirty="0">
                <a:latin typeface="Arial Black"/>
                <a:cs typeface="Arial Black"/>
              </a:rPr>
              <a:t>ils</a:t>
            </a:r>
            <a:r>
              <a:rPr sz="2500" spc="-160" dirty="0">
                <a:latin typeface="Arial Black"/>
                <a:cs typeface="Arial Black"/>
              </a:rPr>
              <a:t> </a:t>
            </a:r>
            <a:r>
              <a:rPr sz="2500" spc="-95" dirty="0">
                <a:latin typeface="Arial Black"/>
                <a:cs typeface="Arial Black"/>
              </a:rPr>
              <a:t>toujours</a:t>
            </a:r>
            <a:r>
              <a:rPr sz="2500" spc="-160" dirty="0">
                <a:latin typeface="Arial Black"/>
                <a:cs typeface="Arial Black"/>
              </a:rPr>
              <a:t> </a:t>
            </a:r>
            <a:r>
              <a:rPr sz="2500" spc="-150" dirty="0">
                <a:latin typeface="Arial Black"/>
                <a:cs typeface="Arial Black"/>
              </a:rPr>
              <a:t>dans</a:t>
            </a:r>
            <a:r>
              <a:rPr sz="2500" spc="-165" dirty="0">
                <a:latin typeface="Arial Black"/>
                <a:cs typeface="Arial Black"/>
              </a:rPr>
              <a:t> </a:t>
            </a:r>
            <a:r>
              <a:rPr sz="2500" spc="-145" dirty="0">
                <a:latin typeface="Arial Black"/>
                <a:cs typeface="Arial Black"/>
              </a:rPr>
              <a:t>le</a:t>
            </a:r>
            <a:r>
              <a:rPr sz="2500" spc="-160" dirty="0">
                <a:latin typeface="Arial Black"/>
                <a:cs typeface="Arial Black"/>
              </a:rPr>
              <a:t> </a:t>
            </a:r>
            <a:r>
              <a:rPr sz="2500" spc="-130" dirty="0">
                <a:latin typeface="Arial Black"/>
                <a:cs typeface="Arial Black"/>
              </a:rPr>
              <a:t>même</a:t>
            </a:r>
            <a:r>
              <a:rPr sz="2500" spc="-165" dirty="0">
                <a:latin typeface="Arial Black"/>
                <a:cs typeface="Arial Black"/>
              </a:rPr>
              <a:t> </a:t>
            </a:r>
            <a:r>
              <a:rPr sz="2500" spc="-150" dirty="0">
                <a:latin typeface="Arial Black"/>
                <a:cs typeface="Arial Black"/>
              </a:rPr>
              <a:t>cluster</a:t>
            </a:r>
            <a:r>
              <a:rPr sz="2500" spc="-160" dirty="0">
                <a:latin typeface="Arial Black"/>
                <a:cs typeface="Arial Black"/>
              </a:rPr>
              <a:t> </a:t>
            </a:r>
            <a:r>
              <a:rPr sz="2500" spc="-390" dirty="0">
                <a:latin typeface="Arial Black"/>
                <a:cs typeface="Arial Black"/>
              </a:rPr>
              <a:t>?</a:t>
            </a:r>
            <a:endParaRPr sz="2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2500">
              <a:latin typeface="Arial Black"/>
              <a:cs typeface="Arial Black"/>
            </a:endParaRPr>
          </a:p>
          <a:p>
            <a:pPr marL="551815">
              <a:lnSpc>
                <a:spcPct val="100000"/>
              </a:lnSpc>
            </a:pPr>
            <a:r>
              <a:rPr sz="2500" spc="-254" dirty="0">
                <a:latin typeface="Arial Black"/>
                <a:cs typeface="Arial Black"/>
              </a:rPr>
              <a:t>2</a:t>
            </a:r>
            <a:r>
              <a:rPr sz="2500" spc="-155" dirty="0">
                <a:latin typeface="Arial Black"/>
                <a:cs typeface="Arial Black"/>
              </a:rPr>
              <a:t> </a:t>
            </a:r>
            <a:r>
              <a:rPr sz="2500" spc="-105" dirty="0">
                <a:latin typeface="Arial Black"/>
                <a:cs typeface="Arial Black"/>
              </a:rPr>
              <a:t>individus</a:t>
            </a:r>
            <a:r>
              <a:rPr sz="2500" spc="-150" dirty="0">
                <a:latin typeface="Arial Black"/>
                <a:cs typeface="Arial Black"/>
              </a:rPr>
              <a:t> dans deux </a:t>
            </a:r>
            <a:r>
              <a:rPr sz="2500" spc="-170" dirty="0">
                <a:latin typeface="Arial Black"/>
                <a:cs typeface="Arial Black"/>
              </a:rPr>
              <a:t>clusters</a:t>
            </a:r>
            <a:r>
              <a:rPr sz="2500" spc="-155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différents</a:t>
            </a:r>
            <a:r>
              <a:rPr sz="2500" spc="-150" dirty="0">
                <a:latin typeface="Arial Black"/>
                <a:cs typeface="Arial Black"/>
              </a:rPr>
              <a:t> </a:t>
            </a:r>
            <a:r>
              <a:rPr sz="2500" spc="-125" dirty="0">
                <a:latin typeface="Arial Black"/>
                <a:cs typeface="Arial Black"/>
              </a:rPr>
              <a:t>sont</a:t>
            </a:r>
            <a:r>
              <a:rPr sz="2500" spc="-150" dirty="0">
                <a:latin typeface="Arial Black"/>
                <a:cs typeface="Arial Black"/>
              </a:rPr>
              <a:t> </a:t>
            </a:r>
            <a:r>
              <a:rPr sz="2500" spc="-155" dirty="0">
                <a:latin typeface="Arial Black"/>
                <a:cs typeface="Arial Black"/>
              </a:rPr>
              <a:t>ils</a:t>
            </a:r>
            <a:r>
              <a:rPr sz="2500" spc="-150" dirty="0">
                <a:latin typeface="Arial Black"/>
                <a:cs typeface="Arial Black"/>
              </a:rPr>
              <a:t> </a:t>
            </a:r>
            <a:r>
              <a:rPr sz="2500" spc="-95" dirty="0">
                <a:latin typeface="Arial Black"/>
                <a:cs typeface="Arial Black"/>
              </a:rPr>
              <a:t>toujours</a:t>
            </a:r>
            <a:r>
              <a:rPr sz="2500" spc="-155" dirty="0">
                <a:latin typeface="Arial Black"/>
                <a:cs typeface="Arial Black"/>
              </a:rPr>
              <a:t> </a:t>
            </a:r>
            <a:r>
              <a:rPr sz="2500" spc="-150" dirty="0">
                <a:latin typeface="Arial Black"/>
                <a:cs typeface="Arial Black"/>
              </a:rPr>
              <a:t>dans deux </a:t>
            </a:r>
            <a:r>
              <a:rPr sz="2500" spc="-170" dirty="0">
                <a:latin typeface="Arial Black"/>
                <a:cs typeface="Arial Black"/>
              </a:rPr>
              <a:t>clusters</a:t>
            </a:r>
            <a:r>
              <a:rPr sz="2500" spc="-150" dirty="0">
                <a:latin typeface="Arial Black"/>
                <a:cs typeface="Arial Black"/>
              </a:rPr>
              <a:t> </a:t>
            </a:r>
            <a:r>
              <a:rPr sz="2500" spc="-20" dirty="0">
                <a:latin typeface="Arial Black"/>
                <a:cs typeface="Arial Black"/>
              </a:rPr>
              <a:t>différents</a:t>
            </a:r>
            <a:endParaRPr sz="250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11447" y="5109241"/>
            <a:ext cx="696087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260" dirty="0">
                <a:solidFill>
                  <a:srgbClr val="A18F62"/>
                </a:solidFill>
                <a:latin typeface="Arial Black"/>
                <a:cs typeface="Arial Black"/>
              </a:rPr>
              <a:t>Matrice</a:t>
            </a:r>
            <a:r>
              <a:rPr sz="5200" spc="-380" dirty="0">
                <a:solidFill>
                  <a:srgbClr val="A18F62"/>
                </a:solidFill>
                <a:latin typeface="Arial Black"/>
                <a:cs typeface="Arial Black"/>
              </a:rPr>
              <a:t> </a:t>
            </a:r>
            <a:r>
              <a:rPr sz="5200" spc="-300" dirty="0">
                <a:solidFill>
                  <a:srgbClr val="A18F62"/>
                </a:solidFill>
                <a:latin typeface="Arial Black"/>
                <a:cs typeface="Arial Black"/>
              </a:rPr>
              <a:t>de</a:t>
            </a:r>
            <a:r>
              <a:rPr sz="5200" spc="-380" dirty="0">
                <a:solidFill>
                  <a:srgbClr val="A18F62"/>
                </a:solidFill>
                <a:latin typeface="Arial Black"/>
                <a:cs typeface="Arial Black"/>
              </a:rPr>
              <a:t> </a:t>
            </a:r>
            <a:r>
              <a:rPr sz="5200" spc="-275" dirty="0">
                <a:solidFill>
                  <a:srgbClr val="A18F62"/>
                </a:solidFill>
                <a:latin typeface="Arial Black"/>
                <a:cs typeface="Arial Black"/>
              </a:rPr>
              <a:t>confusion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65117" y="9164673"/>
            <a:ext cx="249237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55" dirty="0">
                <a:solidFill>
                  <a:srgbClr val="A18F62"/>
                </a:solidFill>
                <a:latin typeface="Arial Black"/>
                <a:cs typeface="Arial Black"/>
              </a:rPr>
              <a:t>exemple</a:t>
            </a:r>
            <a:r>
              <a:rPr sz="2500" spc="-165" dirty="0">
                <a:solidFill>
                  <a:srgbClr val="A18F62"/>
                </a:solidFill>
                <a:latin typeface="Arial Black"/>
                <a:cs typeface="Arial Black"/>
              </a:rPr>
              <a:t> </a:t>
            </a:r>
            <a:r>
              <a:rPr sz="2500" spc="-300" dirty="0">
                <a:solidFill>
                  <a:srgbClr val="A18F62"/>
                </a:solidFill>
                <a:latin typeface="Arial Black"/>
                <a:cs typeface="Arial Black"/>
              </a:rPr>
              <a:t>VGG16</a:t>
            </a:r>
            <a:endParaRPr sz="25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8372475" cy="10287000"/>
          </a:xfrm>
          <a:custGeom>
            <a:avLst/>
            <a:gdLst/>
            <a:ahLst/>
            <a:cxnLst/>
            <a:rect l="l" t="t" r="r" b="b"/>
            <a:pathLst>
              <a:path w="8372475" h="10287000">
                <a:moveTo>
                  <a:pt x="8372467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8372467" y="0"/>
                </a:lnTo>
                <a:lnTo>
                  <a:pt x="8372467" y="10286999"/>
                </a:lnTo>
                <a:close/>
              </a:path>
            </a:pathLst>
          </a:custGeom>
          <a:solidFill>
            <a:srgbClr val="A18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144000" y="1849915"/>
            <a:ext cx="9144000" cy="66675"/>
          </a:xfrm>
          <a:custGeom>
            <a:avLst/>
            <a:gdLst/>
            <a:ahLst/>
            <a:cxnLst/>
            <a:rect l="l" t="t" r="r" b="b"/>
            <a:pathLst>
              <a:path w="9144000" h="66675">
                <a:moveTo>
                  <a:pt x="9143999" y="66674"/>
                </a:moveTo>
                <a:lnTo>
                  <a:pt x="0" y="66674"/>
                </a:lnTo>
                <a:lnTo>
                  <a:pt x="0" y="0"/>
                </a:lnTo>
                <a:lnTo>
                  <a:pt x="9143999" y="0"/>
                </a:lnTo>
                <a:lnTo>
                  <a:pt x="9143999" y="66674"/>
                </a:lnTo>
                <a:close/>
              </a:path>
            </a:pathLst>
          </a:custGeom>
          <a:solidFill>
            <a:srgbClr val="EBD9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76232" y="2051948"/>
            <a:ext cx="83185" cy="52705"/>
          </a:xfrm>
          <a:custGeom>
            <a:avLst/>
            <a:gdLst/>
            <a:ahLst/>
            <a:cxnLst/>
            <a:rect l="l" t="t" r="r" b="b"/>
            <a:pathLst>
              <a:path w="83185" h="52705">
                <a:moveTo>
                  <a:pt x="52561" y="52561"/>
                </a:moveTo>
                <a:lnTo>
                  <a:pt x="0" y="52561"/>
                </a:lnTo>
                <a:lnTo>
                  <a:pt x="0" y="0"/>
                </a:lnTo>
                <a:lnTo>
                  <a:pt x="44677" y="0"/>
                </a:lnTo>
                <a:lnTo>
                  <a:pt x="82785" y="45991"/>
                </a:lnTo>
                <a:lnTo>
                  <a:pt x="75660" y="48681"/>
                </a:lnTo>
                <a:lnTo>
                  <a:pt x="68166" y="50755"/>
                </a:lnTo>
                <a:lnTo>
                  <a:pt x="60425" y="52089"/>
                </a:lnTo>
                <a:lnTo>
                  <a:pt x="52561" y="525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30117" y="606494"/>
            <a:ext cx="1077595" cy="481330"/>
          </a:xfrm>
          <a:custGeom>
            <a:avLst/>
            <a:gdLst/>
            <a:ahLst/>
            <a:cxnLst/>
            <a:rect l="l" t="t" r="r" b="b"/>
            <a:pathLst>
              <a:path w="1077595" h="481330">
                <a:moveTo>
                  <a:pt x="1077520" y="480941"/>
                </a:moveTo>
                <a:lnTo>
                  <a:pt x="1061730" y="465419"/>
                </a:lnTo>
                <a:lnTo>
                  <a:pt x="1049760" y="454332"/>
                </a:lnTo>
                <a:lnTo>
                  <a:pt x="1037544" y="443737"/>
                </a:lnTo>
                <a:lnTo>
                  <a:pt x="1024958" y="433636"/>
                </a:lnTo>
                <a:lnTo>
                  <a:pt x="1024958" y="78842"/>
                </a:lnTo>
                <a:lnTo>
                  <a:pt x="1022884" y="68638"/>
                </a:lnTo>
                <a:lnTo>
                  <a:pt x="1017238" y="60281"/>
                </a:lnTo>
                <a:lnTo>
                  <a:pt x="1008881" y="54635"/>
                </a:lnTo>
                <a:lnTo>
                  <a:pt x="998677" y="52561"/>
                </a:lnTo>
                <a:lnTo>
                  <a:pt x="78842" y="52561"/>
                </a:lnTo>
                <a:lnTo>
                  <a:pt x="68638" y="54635"/>
                </a:lnTo>
                <a:lnTo>
                  <a:pt x="60281" y="60281"/>
                </a:lnTo>
                <a:lnTo>
                  <a:pt x="54635" y="68638"/>
                </a:lnTo>
                <a:lnTo>
                  <a:pt x="52561" y="78842"/>
                </a:lnTo>
                <a:lnTo>
                  <a:pt x="52561" y="131404"/>
                </a:lnTo>
                <a:lnTo>
                  <a:pt x="0" y="131404"/>
                </a:lnTo>
                <a:lnTo>
                  <a:pt x="0" y="78842"/>
                </a:lnTo>
                <a:lnTo>
                  <a:pt x="6221" y="48229"/>
                </a:lnTo>
                <a:lnTo>
                  <a:pt x="23160" y="23160"/>
                </a:lnTo>
                <a:lnTo>
                  <a:pt x="48229" y="6221"/>
                </a:lnTo>
                <a:lnTo>
                  <a:pt x="78842" y="0"/>
                </a:lnTo>
                <a:lnTo>
                  <a:pt x="998677" y="0"/>
                </a:lnTo>
                <a:lnTo>
                  <a:pt x="1029290" y="6221"/>
                </a:lnTo>
                <a:lnTo>
                  <a:pt x="1054360" y="23160"/>
                </a:lnTo>
                <a:lnTo>
                  <a:pt x="1071298" y="48229"/>
                </a:lnTo>
                <a:lnTo>
                  <a:pt x="1077520" y="78842"/>
                </a:lnTo>
                <a:lnTo>
                  <a:pt x="1077520" y="4809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01199" y="1760229"/>
            <a:ext cx="528320" cy="527050"/>
          </a:xfrm>
          <a:custGeom>
            <a:avLst/>
            <a:gdLst/>
            <a:ahLst/>
            <a:cxnLst/>
            <a:rect l="l" t="t" r="r" b="b"/>
            <a:pathLst>
              <a:path w="528320" h="527050">
                <a:moveTo>
                  <a:pt x="143231" y="186595"/>
                </a:moveTo>
                <a:lnTo>
                  <a:pt x="69644" y="186595"/>
                </a:lnTo>
                <a:lnTo>
                  <a:pt x="186594" y="69644"/>
                </a:lnTo>
                <a:lnTo>
                  <a:pt x="155057" y="43363"/>
                </a:lnTo>
                <a:lnTo>
                  <a:pt x="162716" y="33077"/>
                </a:lnTo>
                <a:lnTo>
                  <a:pt x="170005" y="22174"/>
                </a:lnTo>
                <a:lnTo>
                  <a:pt x="177047" y="11025"/>
                </a:lnTo>
                <a:lnTo>
                  <a:pt x="183966" y="0"/>
                </a:lnTo>
                <a:lnTo>
                  <a:pt x="308538" y="103809"/>
                </a:lnTo>
                <a:lnTo>
                  <a:pt x="226016" y="103809"/>
                </a:lnTo>
                <a:lnTo>
                  <a:pt x="143231" y="186595"/>
                </a:lnTo>
                <a:close/>
              </a:path>
              <a:path w="528320" h="527050">
                <a:moveTo>
                  <a:pt x="222074" y="279892"/>
                </a:moveTo>
                <a:lnTo>
                  <a:pt x="145859" y="279892"/>
                </a:lnTo>
                <a:lnTo>
                  <a:pt x="278578" y="147173"/>
                </a:lnTo>
                <a:lnTo>
                  <a:pt x="226016" y="103809"/>
                </a:lnTo>
                <a:lnTo>
                  <a:pt x="308538" y="103809"/>
                </a:lnTo>
                <a:lnTo>
                  <a:pt x="403150" y="182652"/>
                </a:lnTo>
                <a:lnTo>
                  <a:pt x="319313" y="182652"/>
                </a:lnTo>
                <a:lnTo>
                  <a:pt x="222074" y="279892"/>
                </a:lnTo>
                <a:close/>
              </a:path>
              <a:path w="528320" h="527050">
                <a:moveTo>
                  <a:pt x="354793" y="526933"/>
                </a:moveTo>
                <a:lnTo>
                  <a:pt x="289254" y="509686"/>
                </a:lnTo>
                <a:lnTo>
                  <a:pt x="236862" y="468129"/>
                </a:lnTo>
                <a:lnTo>
                  <a:pt x="0" y="183966"/>
                </a:lnTo>
                <a:lnTo>
                  <a:pt x="10840" y="177601"/>
                </a:lnTo>
                <a:lnTo>
                  <a:pt x="21681" y="170497"/>
                </a:lnTo>
                <a:lnTo>
                  <a:pt x="32522" y="162901"/>
                </a:lnTo>
                <a:lnTo>
                  <a:pt x="43363" y="155057"/>
                </a:lnTo>
                <a:lnTo>
                  <a:pt x="69644" y="186595"/>
                </a:lnTo>
                <a:lnTo>
                  <a:pt x="143231" y="186595"/>
                </a:lnTo>
                <a:lnTo>
                  <a:pt x="102495" y="227330"/>
                </a:lnTo>
                <a:lnTo>
                  <a:pt x="145859" y="279892"/>
                </a:lnTo>
                <a:lnTo>
                  <a:pt x="222074" y="279892"/>
                </a:lnTo>
                <a:lnTo>
                  <a:pt x="180024" y="321941"/>
                </a:lnTo>
                <a:lnTo>
                  <a:pt x="275950" y="436264"/>
                </a:lnTo>
                <a:lnTo>
                  <a:pt x="292355" y="452217"/>
                </a:lnTo>
                <a:lnTo>
                  <a:pt x="311593" y="464352"/>
                </a:lnTo>
                <a:lnTo>
                  <a:pt x="333049" y="472297"/>
                </a:lnTo>
                <a:lnTo>
                  <a:pt x="356107" y="475685"/>
                </a:lnTo>
                <a:lnTo>
                  <a:pt x="480781" y="475685"/>
                </a:lnTo>
                <a:lnTo>
                  <a:pt x="459917" y="495396"/>
                </a:lnTo>
                <a:lnTo>
                  <a:pt x="435915" y="509933"/>
                </a:lnTo>
                <a:lnTo>
                  <a:pt x="409818" y="520034"/>
                </a:lnTo>
                <a:lnTo>
                  <a:pt x="382490" y="525701"/>
                </a:lnTo>
                <a:lnTo>
                  <a:pt x="354793" y="526933"/>
                </a:lnTo>
                <a:close/>
              </a:path>
              <a:path w="528320" h="527050">
                <a:moveTo>
                  <a:pt x="480781" y="475685"/>
                </a:moveTo>
                <a:lnTo>
                  <a:pt x="356107" y="475685"/>
                </a:lnTo>
                <a:lnTo>
                  <a:pt x="380170" y="474248"/>
                </a:lnTo>
                <a:lnTo>
                  <a:pt x="402755" y="468129"/>
                </a:lnTo>
                <a:lnTo>
                  <a:pt x="441520" y="442834"/>
                </a:lnTo>
                <a:lnTo>
                  <a:pt x="466651" y="404234"/>
                </a:lnTo>
                <a:lnTo>
                  <a:pt x="473057" y="358735"/>
                </a:lnTo>
                <a:lnTo>
                  <a:pt x="469854" y="335677"/>
                </a:lnTo>
                <a:lnTo>
                  <a:pt x="462216" y="314221"/>
                </a:lnTo>
                <a:lnTo>
                  <a:pt x="450143" y="294983"/>
                </a:lnTo>
                <a:lnTo>
                  <a:pt x="433636" y="278578"/>
                </a:lnTo>
                <a:lnTo>
                  <a:pt x="319313" y="182652"/>
                </a:lnTo>
                <a:lnTo>
                  <a:pt x="403150" y="182652"/>
                </a:lnTo>
                <a:lnTo>
                  <a:pt x="467801" y="236528"/>
                </a:lnTo>
                <a:lnTo>
                  <a:pt x="509850" y="289583"/>
                </a:lnTo>
                <a:lnTo>
                  <a:pt x="528247" y="353479"/>
                </a:lnTo>
                <a:lnTo>
                  <a:pt x="524777" y="394502"/>
                </a:lnTo>
                <a:lnTo>
                  <a:pt x="511329" y="433307"/>
                </a:lnTo>
                <a:lnTo>
                  <a:pt x="489257" y="467678"/>
                </a:lnTo>
                <a:lnTo>
                  <a:pt x="480781" y="4756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03836" y="2012526"/>
            <a:ext cx="762635" cy="52705"/>
          </a:xfrm>
          <a:custGeom>
            <a:avLst/>
            <a:gdLst/>
            <a:ahLst/>
            <a:cxnLst/>
            <a:rect l="l" t="t" r="r" b="b"/>
            <a:pathLst>
              <a:path w="762635" h="52705">
                <a:moveTo>
                  <a:pt x="735867" y="52561"/>
                </a:moveTo>
                <a:lnTo>
                  <a:pt x="26280" y="52561"/>
                </a:lnTo>
                <a:lnTo>
                  <a:pt x="16076" y="50488"/>
                </a:lnTo>
                <a:lnTo>
                  <a:pt x="7720" y="44841"/>
                </a:lnTo>
                <a:lnTo>
                  <a:pt x="2073" y="36485"/>
                </a:lnTo>
                <a:lnTo>
                  <a:pt x="0" y="26280"/>
                </a:lnTo>
                <a:lnTo>
                  <a:pt x="2073" y="16076"/>
                </a:lnTo>
                <a:lnTo>
                  <a:pt x="7720" y="7720"/>
                </a:lnTo>
                <a:lnTo>
                  <a:pt x="16076" y="2073"/>
                </a:lnTo>
                <a:lnTo>
                  <a:pt x="26280" y="0"/>
                </a:lnTo>
                <a:lnTo>
                  <a:pt x="591322" y="0"/>
                </a:lnTo>
                <a:lnTo>
                  <a:pt x="620888" y="5933"/>
                </a:lnTo>
                <a:lnTo>
                  <a:pt x="650454" y="10019"/>
                </a:lnTo>
                <a:lnTo>
                  <a:pt x="680020" y="12380"/>
                </a:lnTo>
                <a:lnTo>
                  <a:pt x="709586" y="13140"/>
                </a:lnTo>
                <a:lnTo>
                  <a:pt x="721412" y="12914"/>
                </a:lnTo>
                <a:lnTo>
                  <a:pt x="733239" y="12319"/>
                </a:lnTo>
                <a:lnTo>
                  <a:pt x="756892" y="10512"/>
                </a:lnTo>
                <a:lnTo>
                  <a:pt x="760834" y="15768"/>
                </a:lnTo>
                <a:lnTo>
                  <a:pt x="762148" y="21024"/>
                </a:lnTo>
                <a:lnTo>
                  <a:pt x="762148" y="26280"/>
                </a:lnTo>
                <a:lnTo>
                  <a:pt x="760074" y="36485"/>
                </a:lnTo>
                <a:lnTo>
                  <a:pt x="754428" y="44841"/>
                </a:lnTo>
                <a:lnTo>
                  <a:pt x="746071" y="50488"/>
                </a:lnTo>
                <a:lnTo>
                  <a:pt x="735867" y="525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03836" y="1815419"/>
            <a:ext cx="323850" cy="52705"/>
          </a:xfrm>
          <a:custGeom>
            <a:avLst/>
            <a:gdLst/>
            <a:ahLst/>
            <a:cxnLst/>
            <a:rect l="l" t="t" r="r" b="b"/>
            <a:pathLst>
              <a:path w="323850" h="52705">
                <a:moveTo>
                  <a:pt x="323256" y="52561"/>
                </a:moveTo>
                <a:lnTo>
                  <a:pt x="26280" y="52561"/>
                </a:lnTo>
                <a:lnTo>
                  <a:pt x="16076" y="50488"/>
                </a:lnTo>
                <a:lnTo>
                  <a:pt x="7720" y="44841"/>
                </a:lnTo>
                <a:lnTo>
                  <a:pt x="2073" y="36485"/>
                </a:lnTo>
                <a:lnTo>
                  <a:pt x="0" y="26280"/>
                </a:lnTo>
                <a:lnTo>
                  <a:pt x="2073" y="16076"/>
                </a:lnTo>
                <a:lnTo>
                  <a:pt x="7720" y="7720"/>
                </a:lnTo>
                <a:lnTo>
                  <a:pt x="16076" y="2073"/>
                </a:lnTo>
                <a:lnTo>
                  <a:pt x="26280" y="0"/>
                </a:lnTo>
                <a:lnTo>
                  <a:pt x="275950" y="0"/>
                </a:lnTo>
                <a:lnTo>
                  <a:pt x="286052" y="12586"/>
                </a:lnTo>
                <a:lnTo>
                  <a:pt x="296646" y="24802"/>
                </a:lnTo>
                <a:lnTo>
                  <a:pt x="307733" y="36772"/>
                </a:lnTo>
                <a:lnTo>
                  <a:pt x="323256" y="525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03836" y="1618311"/>
            <a:ext cx="194945" cy="52705"/>
          </a:xfrm>
          <a:custGeom>
            <a:avLst/>
            <a:gdLst/>
            <a:ahLst/>
            <a:cxnLst/>
            <a:rect l="l" t="t" r="r" b="b"/>
            <a:pathLst>
              <a:path w="194945" h="52705">
                <a:moveTo>
                  <a:pt x="194479" y="52561"/>
                </a:moveTo>
                <a:lnTo>
                  <a:pt x="26280" y="52561"/>
                </a:lnTo>
                <a:lnTo>
                  <a:pt x="16076" y="50488"/>
                </a:lnTo>
                <a:lnTo>
                  <a:pt x="7720" y="44841"/>
                </a:lnTo>
                <a:lnTo>
                  <a:pt x="2073" y="36485"/>
                </a:lnTo>
                <a:lnTo>
                  <a:pt x="0" y="26280"/>
                </a:lnTo>
                <a:lnTo>
                  <a:pt x="2073" y="16076"/>
                </a:lnTo>
                <a:lnTo>
                  <a:pt x="7720" y="7720"/>
                </a:lnTo>
                <a:lnTo>
                  <a:pt x="16076" y="2073"/>
                </a:lnTo>
                <a:lnTo>
                  <a:pt x="26280" y="0"/>
                </a:lnTo>
                <a:lnTo>
                  <a:pt x="177396" y="0"/>
                </a:lnTo>
                <a:lnTo>
                  <a:pt x="185445" y="26773"/>
                </a:lnTo>
                <a:lnTo>
                  <a:pt x="189777" y="39729"/>
                </a:lnTo>
                <a:lnTo>
                  <a:pt x="194479" y="525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03836" y="1421204"/>
            <a:ext cx="160655" cy="52705"/>
          </a:xfrm>
          <a:custGeom>
            <a:avLst/>
            <a:gdLst/>
            <a:ahLst/>
            <a:cxnLst/>
            <a:rect l="l" t="t" r="r" b="b"/>
            <a:pathLst>
              <a:path w="160654" h="52705">
                <a:moveTo>
                  <a:pt x="157685" y="52561"/>
                </a:moveTo>
                <a:lnTo>
                  <a:pt x="26280" y="52561"/>
                </a:lnTo>
                <a:lnTo>
                  <a:pt x="16076" y="50488"/>
                </a:lnTo>
                <a:lnTo>
                  <a:pt x="7720" y="44841"/>
                </a:lnTo>
                <a:lnTo>
                  <a:pt x="2073" y="36485"/>
                </a:lnTo>
                <a:lnTo>
                  <a:pt x="0" y="26280"/>
                </a:lnTo>
                <a:lnTo>
                  <a:pt x="2073" y="16076"/>
                </a:lnTo>
                <a:lnTo>
                  <a:pt x="7720" y="7720"/>
                </a:lnTo>
                <a:lnTo>
                  <a:pt x="16076" y="2073"/>
                </a:lnTo>
                <a:lnTo>
                  <a:pt x="26280" y="0"/>
                </a:lnTo>
                <a:lnTo>
                  <a:pt x="160313" y="0"/>
                </a:lnTo>
                <a:lnTo>
                  <a:pt x="159348" y="13017"/>
                </a:lnTo>
                <a:lnTo>
                  <a:pt x="157911" y="39544"/>
                </a:lnTo>
                <a:lnTo>
                  <a:pt x="157685" y="525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03836" y="1224097"/>
            <a:ext cx="218440" cy="52705"/>
          </a:xfrm>
          <a:custGeom>
            <a:avLst/>
            <a:gdLst/>
            <a:ahLst/>
            <a:cxnLst/>
            <a:rect l="l" t="t" r="r" b="b"/>
            <a:pathLst>
              <a:path w="218439" h="52705">
                <a:moveTo>
                  <a:pt x="194479" y="52561"/>
                </a:moveTo>
                <a:lnTo>
                  <a:pt x="26280" y="52561"/>
                </a:lnTo>
                <a:lnTo>
                  <a:pt x="16076" y="50488"/>
                </a:lnTo>
                <a:lnTo>
                  <a:pt x="7720" y="44841"/>
                </a:lnTo>
                <a:lnTo>
                  <a:pt x="2073" y="36485"/>
                </a:lnTo>
                <a:lnTo>
                  <a:pt x="0" y="26280"/>
                </a:lnTo>
                <a:lnTo>
                  <a:pt x="2073" y="16076"/>
                </a:lnTo>
                <a:lnTo>
                  <a:pt x="7720" y="7720"/>
                </a:lnTo>
                <a:lnTo>
                  <a:pt x="16076" y="2073"/>
                </a:lnTo>
                <a:lnTo>
                  <a:pt x="26280" y="0"/>
                </a:lnTo>
                <a:lnTo>
                  <a:pt x="218132" y="0"/>
                </a:lnTo>
                <a:lnTo>
                  <a:pt x="211479" y="12832"/>
                </a:lnTo>
                <a:lnTo>
                  <a:pt x="205320" y="25788"/>
                </a:lnTo>
                <a:lnTo>
                  <a:pt x="199653" y="38990"/>
                </a:lnTo>
                <a:lnTo>
                  <a:pt x="194479" y="525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46145" y="790472"/>
            <a:ext cx="1366520" cy="1498600"/>
          </a:xfrm>
          <a:custGeom>
            <a:avLst/>
            <a:gdLst/>
            <a:ahLst/>
            <a:cxnLst/>
            <a:rect l="l" t="t" r="r" b="b"/>
            <a:pathLst>
              <a:path w="1366520" h="1498600">
                <a:moveTo>
                  <a:pt x="562406" y="223380"/>
                </a:moveTo>
                <a:lnTo>
                  <a:pt x="183959" y="223380"/>
                </a:lnTo>
                <a:lnTo>
                  <a:pt x="173761" y="225450"/>
                </a:lnTo>
                <a:lnTo>
                  <a:pt x="165404" y="231101"/>
                </a:lnTo>
                <a:lnTo>
                  <a:pt x="159753" y="239458"/>
                </a:lnTo>
                <a:lnTo>
                  <a:pt x="157683" y="249669"/>
                </a:lnTo>
                <a:lnTo>
                  <a:pt x="159753" y="259867"/>
                </a:lnTo>
                <a:lnTo>
                  <a:pt x="165404" y="268224"/>
                </a:lnTo>
                <a:lnTo>
                  <a:pt x="173761" y="273875"/>
                </a:lnTo>
                <a:lnTo>
                  <a:pt x="183959" y="275945"/>
                </a:lnTo>
                <a:lnTo>
                  <a:pt x="495388" y="275945"/>
                </a:lnTo>
                <a:lnTo>
                  <a:pt x="511403" y="261632"/>
                </a:lnTo>
                <a:lnTo>
                  <a:pt x="527913" y="248183"/>
                </a:lnTo>
                <a:lnTo>
                  <a:pt x="544918" y="235470"/>
                </a:lnTo>
                <a:lnTo>
                  <a:pt x="562406" y="223380"/>
                </a:lnTo>
                <a:close/>
              </a:path>
              <a:path w="1366520" h="1498600">
                <a:moveTo>
                  <a:pt x="1077518" y="78841"/>
                </a:moveTo>
                <a:lnTo>
                  <a:pt x="1071295" y="48221"/>
                </a:lnTo>
                <a:lnTo>
                  <a:pt x="1054354" y="23152"/>
                </a:lnTo>
                <a:lnTo>
                  <a:pt x="1029284" y="6210"/>
                </a:lnTo>
                <a:lnTo>
                  <a:pt x="998677" y="0"/>
                </a:lnTo>
                <a:lnTo>
                  <a:pt x="78841" y="0"/>
                </a:lnTo>
                <a:lnTo>
                  <a:pt x="48221" y="6210"/>
                </a:lnTo>
                <a:lnTo>
                  <a:pt x="23152" y="23152"/>
                </a:lnTo>
                <a:lnTo>
                  <a:pt x="6223" y="48221"/>
                </a:lnTo>
                <a:lnTo>
                  <a:pt x="0" y="78841"/>
                </a:lnTo>
                <a:lnTo>
                  <a:pt x="0" y="1419161"/>
                </a:lnTo>
                <a:lnTo>
                  <a:pt x="6223" y="1449781"/>
                </a:lnTo>
                <a:lnTo>
                  <a:pt x="23152" y="1474851"/>
                </a:lnTo>
                <a:lnTo>
                  <a:pt x="48221" y="1491792"/>
                </a:lnTo>
                <a:lnTo>
                  <a:pt x="78841" y="1498015"/>
                </a:lnTo>
                <a:lnTo>
                  <a:pt x="998677" y="1498015"/>
                </a:lnTo>
                <a:lnTo>
                  <a:pt x="1029284" y="1491792"/>
                </a:lnTo>
                <a:lnTo>
                  <a:pt x="1054354" y="1474851"/>
                </a:lnTo>
                <a:lnTo>
                  <a:pt x="1071295" y="1449781"/>
                </a:lnTo>
                <a:lnTo>
                  <a:pt x="1077518" y="1419161"/>
                </a:lnTo>
                <a:lnTo>
                  <a:pt x="1077518" y="1193152"/>
                </a:lnTo>
                <a:lnTo>
                  <a:pt x="1051725" y="1202842"/>
                </a:lnTo>
                <a:lnTo>
                  <a:pt x="1038529" y="1207376"/>
                </a:lnTo>
                <a:lnTo>
                  <a:pt x="1024953" y="1211541"/>
                </a:lnTo>
                <a:lnTo>
                  <a:pt x="1024953" y="1419161"/>
                </a:lnTo>
                <a:lnTo>
                  <a:pt x="1022883" y="1429372"/>
                </a:lnTo>
                <a:lnTo>
                  <a:pt x="1017231" y="1437728"/>
                </a:lnTo>
                <a:lnTo>
                  <a:pt x="1008875" y="1443380"/>
                </a:lnTo>
                <a:lnTo>
                  <a:pt x="998677" y="1445450"/>
                </a:lnTo>
                <a:lnTo>
                  <a:pt x="78841" y="1445450"/>
                </a:lnTo>
                <a:lnTo>
                  <a:pt x="68630" y="1443380"/>
                </a:lnTo>
                <a:lnTo>
                  <a:pt x="60274" y="1437728"/>
                </a:lnTo>
                <a:lnTo>
                  <a:pt x="54635" y="1429372"/>
                </a:lnTo>
                <a:lnTo>
                  <a:pt x="52565" y="1419161"/>
                </a:lnTo>
                <a:lnTo>
                  <a:pt x="52565" y="78841"/>
                </a:lnTo>
                <a:lnTo>
                  <a:pt x="54635" y="68630"/>
                </a:lnTo>
                <a:lnTo>
                  <a:pt x="60274" y="60274"/>
                </a:lnTo>
                <a:lnTo>
                  <a:pt x="68630" y="54635"/>
                </a:lnTo>
                <a:lnTo>
                  <a:pt x="78841" y="52552"/>
                </a:lnTo>
                <a:lnTo>
                  <a:pt x="998677" y="52552"/>
                </a:lnTo>
                <a:lnTo>
                  <a:pt x="1008875" y="54635"/>
                </a:lnTo>
                <a:lnTo>
                  <a:pt x="1017231" y="60274"/>
                </a:lnTo>
                <a:lnTo>
                  <a:pt x="1022883" y="68630"/>
                </a:lnTo>
                <a:lnTo>
                  <a:pt x="1024953" y="78841"/>
                </a:lnTo>
                <a:lnTo>
                  <a:pt x="1024953" y="155054"/>
                </a:lnTo>
                <a:lnTo>
                  <a:pt x="1038529" y="159219"/>
                </a:lnTo>
                <a:lnTo>
                  <a:pt x="1051725" y="163753"/>
                </a:lnTo>
                <a:lnTo>
                  <a:pt x="1077518" y="173443"/>
                </a:lnTo>
                <a:lnTo>
                  <a:pt x="1077518" y="78841"/>
                </a:lnTo>
                <a:close/>
              </a:path>
              <a:path w="1366520" h="1498600">
                <a:moveTo>
                  <a:pt x="1090002" y="494728"/>
                </a:moveTo>
                <a:lnTo>
                  <a:pt x="1086142" y="485533"/>
                </a:lnTo>
                <a:lnTo>
                  <a:pt x="1078826" y="478307"/>
                </a:lnTo>
                <a:lnTo>
                  <a:pt x="1069200" y="474345"/>
                </a:lnTo>
                <a:lnTo>
                  <a:pt x="1058951" y="474205"/>
                </a:lnTo>
                <a:lnTo>
                  <a:pt x="1049451" y="477748"/>
                </a:lnTo>
                <a:lnTo>
                  <a:pt x="1042035" y="484873"/>
                </a:lnTo>
                <a:lnTo>
                  <a:pt x="804202" y="827849"/>
                </a:lnTo>
                <a:lnTo>
                  <a:pt x="687247" y="725347"/>
                </a:lnTo>
                <a:lnTo>
                  <a:pt x="645502" y="736866"/>
                </a:lnTo>
                <a:lnTo>
                  <a:pt x="644372" y="746861"/>
                </a:lnTo>
                <a:lnTo>
                  <a:pt x="646938" y="756615"/>
                </a:lnTo>
                <a:lnTo>
                  <a:pt x="653084" y="764768"/>
                </a:lnTo>
                <a:lnTo>
                  <a:pt x="792365" y="886980"/>
                </a:lnTo>
                <a:lnTo>
                  <a:pt x="797623" y="890917"/>
                </a:lnTo>
                <a:lnTo>
                  <a:pt x="802881" y="893546"/>
                </a:lnTo>
                <a:lnTo>
                  <a:pt x="812076" y="893546"/>
                </a:lnTo>
                <a:lnTo>
                  <a:pt x="868718" y="827849"/>
                </a:lnTo>
                <a:lnTo>
                  <a:pt x="1085405" y="515099"/>
                </a:lnTo>
                <a:lnTo>
                  <a:pt x="1089914" y="504913"/>
                </a:lnTo>
                <a:lnTo>
                  <a:pt x="1090002" y="494728"/>
                </a:lnTo>
                <a:close/>
              </a:path>
              <a:path w="1366520" h="1498600">
                <a:moveTo>
                  <a:pt x="1366050" y="660095"/>
                </a:moveTo>
                <a:lnTo>
                  <a:pt x="1362049" y="615581"/>
                </a:lnTo>
                <a:lnTo>
                  <a:pt x="1353985" y="571042"/>
                </a:lnTo>
                <a:lnTo>
                  <a:pt x="1341882" y="527189"/>
                </a:lnTo>
                <a:lnTo>
                  <a:pt x="1341666" y="526643"/>
                </a:lnTo>
                <a:lnTo>
                  <a:pt x="1325727" y="484403"/>
                </a:lnTo>
                <a:lnTo>
                  <a:pt x="1325638" y="484212"/>
                </a:lnTo>
                <a:lnTo>
                  <a:pt x="1325537" y="483997"/>
                </a:lnTo>
                <a:lnTo>
                  <a:pt x="1313141" y="458584"/>
                </a:lnTo>
                <a:lnTo>
                  <a:pt x="1313141" y="706818"/>
                </a:lnTo>
                <a:lnTo>
                  <a:pt x="1308481" y="752335"/>
                </a:lnTo>
                <a:lnTo>
                  <a:pt x="1299159" y="797280"/>
                </a:lnTo>
                <a:lnTo>
                  <a:pt x="1285176" y="841273"/>
                </a:lnTo>
                <a:lnTo>
                  <a:pt x="1266532" y="883920"/>
                </a:lnTo>
                <a:lnTo>
                  <a:pt x="1243228" y="924839"/>
                </a:lnTo>
                <a:lnTo>
                  <a:pt x="1215263" y="963663"/>
                </a:lnTo>
                <a:lnTo>
                  <a:pt x="1182700" y="999921"/>
                </a:lnTo>
                <a:lnTo>
                  <a:pt x="1146543" y="1032357"/>
                </a:lnTo>
                <a:lnTo>
                  <a:pt x="1107897" y="1060107"/>
                </a:lnTo>
                <a:lnTo>
                  <a:pt x="1067092" y="1083233"/>
                </a:lnTo>
                <a:lnTo>
                  <a:pt x="1024521" y="1101725"/>
                </a:lnTo>
                <a:lnTo>
                  <a:pt x="980567" y="1115568"/>
                </a:lnTo>
                <a:lnTo>
                  <a:pt x="935647" y="1124788"/>
                </a:lnTo>
                <a:lnTo>
                  <a:pt x="890778" y="1129296"/>
                </a:lnTo>
                <a:lnTo>
                  <a:pt x="844410" y="1129296"/>
                </a:lnTo>
                <a:lnTo>
                  <a:pt x="798893" y="1124585"/>
                </a:lnTo>
                <a:lnTo>
                  <a:pt x="753973" y="1115237"/>
                </a:lnTo>
                <a:lnTo>
                  <a:pt x="710018" y="1101229"/>
                </a:lnTo>
                <a:lnTo>
                  <a:pt x="667448" y="1082573"/>
                </a:lnTo>
                <a:lnTo>
                  <a:pt x="626643" y="1059256"/>
                </a:lnTo>
                <a:lnTo>
                  <a:pt x="587997" y="1031290"/>
                </a:lnTo>
                <a:lnTo>
                  <a:pt x="551903" y="998677"/>
                </a:lnTo>
                <a:lnTo>
                  <a:pt x="519277" y="962571"/>
                </a:lnTo>
                <a:lnTo>
                  <a:pt x="491312" y="923925"/>
                </a:lnTo>
                <a:lnTo>
                  <a:pt x="468007" y="883119"/>
                </a:lnTo>
                <a:lnTo>
                  <a:pt x="449364" y="840549"/>
                </a:lnTo>
                <a:lnTo>
                  <a:pt x="435381" y="796594"/>
                </a:lnTo>
                <a:lnTo>
                  <a:pt x="426059" y="751674"/>
                </a:lnTo>
                <a:lnTo>
                  <a:pt x="425996" y="750963"/>
                </a:lnTo>
                <a:lnTo>
                  <a:pt x="425907" y="750125"/>
                </a:lnTo>
                <a:lnTo>
                  <a:pt x="421474" y="706818"/>
                </a:lnTo>
                <a:lnTo>
                  <a:pt x="421436" y="660095"/>
                </a:lnTo>
                <a:lnTo>
                  <a:pt x="426059" y="614921"/>
                </a:lnTo>
                <a:lnTo>
                  <a:pt x="435381" y="570001"/>
                </a:lnTo>
                <a:lnTo>
                  <a:pt x="449364" y="526046"/>
                </a:lnTo>
                <a:lnTo>
                  <a:pt x="468007" y="483476"/>
                </a:lnTo>
                <a:lnTo>
                  <a:pt x="491312" y="442671"/>
                </a:lnTo>
                <a:lnTo>
                  <a:pt x="519277" y="404025"/>
                </a:lnTo>
                <a:lnTo>
                  <a:pt x="551903" y="367931"/>
                </a:lnTo>
                <a:lnTo>
                  <a:pt x="590677" y="333413"/>
                </a:lnTo>
                <a:lnTo>
                  <a:pt x="632345" y="304215"/>
                </a:lnTo>
                <a:lnTo>
                  <a:pt x="676440" y="280314"/>
                </a:lnTo>
                <a:lnTo>
                  <a:pt x="722452" y="261734"/>
                </a:lnTo>
                <a:lnTo>
                  <a:pt x="769924" y="248462"/>
                </a:lnTo>
                <a:lnTo>
                  <a:pt x="818349" y="240487"/>
                </a:lnTo>
                <a:lnTo>
                  <a:pt x="867270" y="237832"/>
                </a:lnTo>
                <a:lnTo>
                  <a:pt x="916190" y="240487"/>
                </a:lnTo>
                <a:lnTo>
                  <a:pt x="964615" y="248462"/>
                </a:lnTo>
                <a:lnTo>
                  <a:pt x="1012088" y="261734"/>
                </a:lnTo>
                <a:lnTo>
                  <a:pt x="1058100" y="280314"/>
                </a:lnTo>
                <a:lnTo>
                  <a:pt x="1102194" y="304215"/>
                </a:lnTo>
                <a:lnTo>
                  <a:pt x="1143863" y="333413"/>
                </a:lnTo>
                <a:lnTo>
                  <a:pt x="1182636" y="367931"/>
                </a:lnTo>
                <a:lnTo>
                  <a:pt x="1215263" y="404253"/>
                </a:lnTo>
                <a:lnTo>
                  <a:pt x="1243076" y="442849"/>
                </a:lnTo>
                <a:lnTo>
                  <a:pt x="1266532" y="483997"/>
                </a:lnTo>
                <a:lnTo>
                  <a:pt x="1266621" y="484212"/>
                </a:lnTo>
                <a:lnTo>
                  <a:pt x="1266710" y="484403"/>
                </a:lnTo>
                <a:lnTo>
                  <a:pt x="1285176" y="526643"/>
                </a:lnTo>
                <a:lnTo>
                  <a:pt x="1285265" y="526910"/>
                </a:lnTo>
                <a:lnTo>
                  <a:pt x="1285341" y="527189"/>
                </a:lnTo>
                <a:lnTo>
                  <a:pt x="1299159" y="570636"/>
                </a:lnTo>
                <a:lnTo>
                  <a:pt x="1299235" y="571042"/>
                </a:lnTo>
                <a:lnTo>
                  <a:pt x="1308481" y="615581"/>
                </a:lnTo>
                <a:lnTo>
                  <a:pt x="1313027" y="660095"/>
                </a:lnTo>
                <a:lnTo>
                  <a:pt x="1313141" y="706818"/>
                </a:lnTo>
                <a:lnTo>
                  <a:pt x="1313141" y="458584"/>
                </a:lnTo>
                <a:lnTo>
                  <a:pt x="1281277" y="403136"/>
                </a:lnTo>
                <a:lnTo>
                  <a:pt x="1253032" y="365353"/>
                </a:lnTo>
                <a:lnTo>
                  <a:pt x="1220749" y="329819"/>
                </a:lnTo>
                <a:lnTo>
                  <a:pt x="1185214" y="297522"/>
                </a:lnTo>
                <a:lnTo>
                  <a:pt x="1147432" y="269252"/>
                </a:lnTo>
                <a:lnTo>
                  <a:pt x="1107719" y="245033"/>
                </a:lnTo>
                <a:lnTo>
                  <a:pt x="1066355" y="224840"/>
                </a:lnTo>
                <a:lnTo>
                  <a:pt x="1023658" y="208686"/>
                </a:lnTo>
                <a:lnTo>
                  <a:pt x="979906" y="196583"/>
                </a:lnTo>
                <a:lnTo>
                  <a:pt x="935418" y="188506"/>
                </a:lnTo>
                <a:lnTo>
                  <a:pt x="890473" y="184467"/>
                </a:lnTo>
                <a:lnTo>
                  <a:pt x="845388" y="184467"/>
                </a:lnTo>
                <a:lnTo>
                  <a:pt x="800442" y="188506"/>
                </a:lnTo>
                <a:lnTo>
                  <a:pt x="755942" y="196583"/>
                </a:lnTo>
                <a:lnTo>
                  <a:pt x="712203" y="208686"/>
                </a:lnTo>
                <a:lnTo>
                  <a:pt x="669493" y="224840"/>
                </a:lnTo>
                <a:lnTo>
                  <a:pt x="628142" y="245033"/>
                </a:lnTo>
                <a:lnTo>
                  <a:pt x="588416" y="269252"/>
                </a:lnTo>
                <a:lnTo>
                  <a:pt x="550646" y="297522"/>
                </a:lnTo>
                <a:lnTo>
                  <a:pt x="515099" y="329819"/>
                </a:lnTo>
                <a:lnTo>
                  <a:pt x="482803" y="365353"/>
                </a:lnTo>
                <a:lnTo>
                  <a:pt x="454545" y="403136"/>
                </a:lnTo>
                <a:lnTo>
                  <a:pt x="430314" y="442849"/>
                </a:lnTo>
                <a:lnTo>
                  <a:pt x="410121" y="484212"/>
                </a:lnTo>
                <a:lnTo>
                  <a:pt x="410057" y="484403"/>
                </a:lnTo>
                <a:lnTo>
                  <a:pt x="393979" y="526910"/>
                </a:lnTo>
                <a:lnTo>
                  <a:pt x="393903" y="527189"/>
                </a:lnTo>
                <a:lnTo>
                  <a:pt x="381876" y="570636"/>
                </a:lnTo>
                <a:lnTo>
                  <a:pt x="381800" y="571042"/>
                </a:lnTo>
                <a:lnTo>
                  <a:pt x="373824" y="614921"/>
                </a:lnTo>
                <a:lnTo>
                  <a:pt x="373748" y="615581"/>
                </a:lnTo>
                <a:lnTo>
                  <a:pt x="369747" y="660095"/>
                </a:lnTo>
                <a:lnTo>
                  <a:pt x="369836" y="706158"/>
                </a:lnTo>
                <a:lnTo>
                  <a:pt x="369900" y="706818"/>
                </a:lnTo>
                <a:lnTo>
                  <a:pt x="373786" y="750125"/>
                </a:lnTo>
                <a:lnTo>
                  <a:pt x="381863" y="794626"/>
                </a:lnTo>
                <a:lnTo>
                  <a:pt x="393979" y="838365"/>
                </a:lnTo>
                <a:lnTo>
                  <a:pt x="410121" y="881075"/>
                </a:lnTo>
                <a:lnTo>
                  <a:pt x="430314" y="922426"/>
                </a:lnTo>
                <a:lnTo>
                  <a:pt x="454545" y="962152"/>
                </a:lnTo>
                <a:lnTo>
                  <a:pt x="482803" y="999921"/>
                </a:lnTo>
                <a:lnTo>
                  <a:pt x="515099" y="1035469"/>
                </a:lnTo>
                <a:lnTo>
                  <a:pt x="552551" y="1070089"/>
                </a:lnTo>
                <a:lnTo>
                  <a:pt x="592670" y="1100035"/>
                </a:lnTo>
                <a:lnTo>
                  <a:pt x="635076" y="1125347"/>
                </a:lnTo>
                <a:lnTo>
                  <a:pt x="679361" y="1146009"/>
                </a:lnTo>
                <a:lnTo>
                  <a:pt x="725119" y="1162062"/>
                </a:lnTo>
                <a:lnTo>
                  <a:pt x="771956" y="1173505"/>
                </a:lnTo>
                <a:lnTo>
                  <a:pt x="819480" y="1180350"/>
                </a:lnTo>
                <a:lnTo>
                  <a:pt x="867270" y="1182636"/>
                </a:lnTo>
                <a:lnTo>
                  <a:pt x="915085" y="1180350"/>
                </a:lnTo>
                <a:lnTo>
                  <a:pt x="962685" y="1173505"/>
                </a:lnTo>
                <a:lnTo>
                  <a:pt x="1009688" y="1162062"/>
                </a:lnTo>
                <a:lnTo>
                  <a:pt x="1055344" y="1146175"/>
                </a:lnTo>
                <a:lnTo>
                  <a:pt x="1091907" y="1129296"/>
                </a:lnTo>
                <a:lnTo>
                  <a:pt x="1099781" y="1125664"/>
                </a:lnTo>
                <a:lnTo>
                  <a:pt x="1142415" y="1100594"/>
                </a:lnTo>
                <a:lnTo>
                  <a:pt x="1182865" y="1070965"/>
                </a:lnTo>
                <a:lnTo>
                  <a:pt x="1220749" y="1036777"/>
                </a:lnTo>
                <a:lnTo>
                  <a:pt x="1253045" y="1001229"/>
                </a:lnTo>
                <a:lnTo>
                  <a:pt x="1281315" y="963409"/>
                </a:lnTo>
                <a:lnTo>
                  <a:pt x="1305534" y="923632"/>
                </a:lnTo>
                <a:lnTo>
                  <a:pt x="1325727" y="882205"/>
                </a:lnTo>
                <a:lnTo>
                  <a:pt x="1341882" y="839406"/>
                </a:lnTo>
                <a:lnTo>
                  <a:pt x="1353985" y="795566"/>
                </a:lnTo>
                <a:lnTo>
                  <a:pt x="1362062" y="750963"/>
                </a:lnTo>
                <a:lnTo>
                  <a:pt x="1366024" y="706818"/>
                </a:lnTo>
                <a:lnTo>
                  <a:pt x="1366050" y="660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15748209" y="7766080"/>
            <a:ext cx="1514475" cy="1514475"/>
            <a:chOff x="15748209" y="7766080"/>
            <a:chExt cx="1514475" cy="1514475"/>
          </a:xfrm>
        </p:grpSpPr>
        <p:sp>
          <p:nvSpPr>
            <p:cNvPr id="14" name="object 14"/>
            <p:cNvSpPr/>
            <p:nvPr/>
          </p:nvSpPr>
          <p:spPr>
            <a:xfrm>
              <a:off x="15748209" y="7766080"/>
              <a:ext cx="1514475" cy="1514475"/>
            </a:xfrm>
            <a:custGeom>
              <a:avLst/>
              <a:gdLst/>
              <a:ahLst/>
              <a:cxnLst/>
              <a:rect l="l" t="t" r="r" b="b"/>
              <a:pathLst>
                <a:path w="1514475" h="1514475">
                  <a:moveTo>
                    <a:pt x="757237" y="1514474"/>
                  </a:moveTo>
                  <a:lnTo>
                    <a:pt x="709352" y="1512984"/>
                  </a:lnTo>
                  <a:lnTo>
                    <a:pt x="662259" y="1508574"/>
                  </a:lnTo>
                  <a:lnTo>
                    <a:pt x="616045" y="1501331"/>
                  </a:lnTo>
                  <a:lnTo>
                    <a:pt x="570799" y="1491345"/>
                  </a:lnTo>
                  <a:lnTo>
                    <a:pt x="526610" y="1478705"/>
                  </a:lnTo>
                  <a:lnTo>
                    <a:pt x="483567" y="1463499"/>
                  </a:lnTo>
                  <a:lnTo>
                    <a:pt x="441759" y="1445815"/>
                  </a:lnTo>
                  <a:lnTo>
                    <a:pt x="401274" y="1425744"/>
                  </a:lnTo>
                  <a:lnTo>
                    <a:pt x="362201" y="1403373"/>
                  </a:lnTo>
                  <a:lnTo>
                    <a:pt x="324629" y="1378791"/>
                  </a:lnTo>
                  <a:lnTo>
                    <a:pt x="288646" y="1352088"/>
                  </a:lnTo>
                  <a:lnTo>
                    <a:pt x="254342" y="1323351"/>
                  </a:lnTo>
                  <a:lnTo>
                    <a:pt x="221805" y="1292669"/>
                  </a:lnTo>
                  <a:lnTo>
                    <a:pt x="191123" y="1260132"/>
                  </a:lnTo>
                  <a:lnTo>
                    <a:pt x="162386" y="1225828"/>
                  </a:lnTo>
                  <a:lnTo>
                    <a:pt x="135682" y="1189845"/>
                  </a:lnTo>
                  <a:lnTo>
                    <a:pt x="111101" y="1152273"/>
                  </a:lnTo>
                  <a:lnTo>
                    <a:pt x="88730" y="1113200"/>
                  </a:lnTo>
                  <a:lnTo>
                    <a:pt x="68658" y="1072715"/>
                  </a:lnTo>
                  <a:lnTo>
                    <a:pt x="50975" y="1030906"/>
                  </a:lnTo>
                  <a:lnTo>
                    <a:pt x="35769" y="987864"/>
                  </a:lnTo>
                  <a:lnTo>
                    <a:pt x="23129" y="943675"/>
                  </a:lnTo>
                  <a:lnTo>
                    <a:pt x="13143" y="898429"/>
                  </a:lnTo>
                  <a:lnTo>
                    <a:pt x="5900" y="852215"/>
                  </a:lnTo>
                  <a:lnTo>
                    <a:pt x="1489" y="805121"/>
                  </a:lnTo>
                  <a:lnTo>
                    <a:pt x="0" y="757237"/>
                  </a:lnTo>
                  <a:lnTo>
                    <a:pt x="1489" y="709353"/>
                  </a:lnTo>
                  <a:lnTo>
                    <a:pt x="5900" y="662259"/>
                  </a:lnTo>
                  <a:lnTo>
                    <a:pt x="13143" y="616045"/>
                  </a:lnTo>
                  <a:lnTo>
                    <a:pt x="23129" y="570799"/>
                  </a:lnTo>
                  <a:lnTo>
                    <a:pt x="35769" y="526610"/>
                  </a:lnTo>
                  <a:lnTo>
                    <a:pt x="50975" y="483567"/>
                  </a:lnTo>
                  <a:lnTo>
                    <a:pt x="68658" y="441759"/>
                  </a:lnTo>
                  <a:lnTo>
                    <a:pt x="88730" y="401274"/>
                  </a:lnTo>
                  <a:lnTo>
                    <a:pt x="111101" y="362201"/>
                  </a:lnTo>
                  <a:lnTo>
                    <a:pt x="135683" y="324629"/>
                  </a:lnTo>
                  <a:lnTo>
                    <a:pt x="162386" y="288646"/>
                  </a:lnTo>
                  <a:lnTo>
                    <a:pt x="191123" y="254342"/>
                  </a:lnTo>
                  <a:lnTo>
                    <a:pt x="221805" y="221805"/>
                  </a:lnTo>
                  <a:lnTo>
                    <a:pt x="254342" y="191123"/>
                  </a:lnTo>
                  <a:lnTo>
                    <a:pt x="288646" y="162386"/>
                  </a:lnTo>
                  <a:lnTo>
                    <a:pt x="324629" y="135683"/>
                  </a:lnTo>
                  <a:lnTo>
                    <a:pt x="362201" y="111101"/>
                  </a:lnTo>
                  <a:lnTo>
                    <a:pt x="401274" y="88730"/>
                  </a:lnTo>
                  <a:lnTo>
                    <a:pt x="441759" y="68658"/>
                  </a:lnTo>
                  <a:lnTo>
                    <a:pt x="483567" y="50975"/>
                  </a:lnTo>
                  <a:lnTo>
                    <a:pt x="526610" y="35769"/>
                  </a:lnTo>
                  <a:lnTo>
                    <a:pt x="570799" y="23129"/>
                  </a:lnTo>
                  <a:lnTo>
                    <a:pt x="616045" y="13143"/>
                  </a:lnTo>
                  <a:lnTo>
                    <a:pt x="662259" y="5900"/>
                  </a:lnTo>
                  <a:lnTo>
                    <a:pt x="709352" y="1489"/>
                  </a:lnTo>
                  <a:lnTo>
                    <a:pt x="757237" y="0"/>
                  </a:lnTo>
                  <a:lnTo>
                    <a:pt x="805121" y="1489"/>
                  </a:lnTo>
                  <a:lnTo>
                    <a:pt x="852215" y="5900"/>
                  </a:lnTo>
                  <a:lnTo>
                    <a:pt x="898429" y="13143"/>
                  </a:lnTo>
                  <a:lnTo>
                    <a:pt x="943675" y="23129"/>
                  </a:lnTo>
                  <a:lnTo>
                    <a:pt x="987864" y="35769"/>
                  </a:lnTo>
                  <a:lnTo>
                    <a:pt x="1030906" y="50975"/>
                  </a:lnTo>
                  <a:lnTo>
                    <a:pt x="1072715" y="68658"/>
                  </a:lnTo>
                  <a:lnTo>
                    <a:pt x="1113200" y="88730"/>
                  </a:lnTo>
                  <a:lnTo>
                    <a:pt x="1152273" y="111101"/>
                  </a:lnTo>
                  <a:lnTo>
                    <a:pt x="1189845" y="135683"/>
                  </a:lnTo>
                  <a:lnTo>
                    <a:pt x="1225828" y="162386"/>
                  </a:lnTo>
                  <a:lnTo>
                    <a:pt x="1260132" y="191123"/>
                  </a:lnTo>
                  <a:lnTo>
                    <a:pt x="1292669" y="221805"/>
                  </a:lnTo>
                  <a:lnTo>
                    <a:pt x="1323351" y="254342"/>
                  </a:lnTo>
                  <a:lnTo>
                    <a:pt x="1352088" y="288646"/>
                  </a:lnTo>
                  <a:lnTo>
                    <a:pt x="1378791" y="324629"/>
                  </a:lnTo>
                  <a:lnTo>
                    <a:pt x="1403373" y="362201"/>
                  </a:lnTo>
                  <a:lnTo>
                    <a:pt x="1425744" y="401274"/>
                  </a:lnTo>
                  <a:lnTo>
                    <a:pt x="1445815" y="441759"/>
                  </a:lnTo>
                  <a:lnTo>
                    <a:pt x="1448055" y="447054"/>
                  </a:lnTo>
                  <a:lnTo>
                    <a:pt x="1103193" y="447054"/>
                  </a:lnTo>
                  <a:lnTo>
                    <a:pt x="1060546" y="455386"/>
                  </a:lnTo>
                  <a:lnTo>
                    <a:pt x="1022981" y="480383"/>
                  </a:lnTo>
                  <a:lnTo>
                    <a:pt x="834671" y="668693"/>
                  </a:lnTo>
                  <a:lnTo>
                    <a:pt x="438611" y="668693"/>
                  </a:lnTo>
                  <a:lnTo>
                    <a:pt x="396116" y="676942"/>
                  </a:lnTo>
                  <a:lnTo>
                    <a:pt x="358621" y="701688"/>
                  </a:lnTo>
                  <a:lnTo>
                    <a:pt x="333624" y="739253"/>
                  </a:lnTo>
                  <a:lnTo>
                    <a:pt x="325292" y="781901"/>
                  </a:lnTo>
                  <a:lnTo>
                    <a:pt x="333624" y="824548"/>
                  </a:lnTo>
                  <a:lnTo>
                    <a:pt x="358621" y="862113"/>
                  </a:lnTo>
                  <a:lnTo>
                    <a:pt x="579926" y="1083418"/>
                  </a:lnTo>
                  <a:lnTo>
                    <a:pt x="616755" y="1108081"/>
                  </a:lnTo>
                  <a:lnTo>
                    <a:pt x="659916" y="1116747"/>
                  </a:lnTo>
                  <a:lnTo>
                    <a:pt x="1423713" y="1116747"/>
                  </a:lnTo>
                  <a:lnTo>
                    <a:pt x="1403373" y="1152273"/>
                  </a:lnTo>
                  <a:lnTo>
                    <a:pt x="1378791" y="1189845"/>
                  </a:lnTo>
                  <a:lnTo>
                    <a:pt x="1352088" y="1225828"/>
                  </a:lnTo>
                  <a:lnTo>
                    <a:pt x="1323351" y="1260132"/>
                  </a:lnTo>
                  <a:lnTo>
                    <a:pt x="1292669" y="1292669"/>
                  </a:lnTo>
                  <a:lnTo>
                    <a:pt x="1260132" y="1323351"/>
                  </a:lnTo>
                  <a:lnTo>
                    <a:pt x="1225828" y="1352088"/>
                  </a:lnTo>
                  <a:lnTo>
                    <a:pt x="1189845" y="1378791"/>
                  </a:lnTo>
                  <a:lnTo>
                    <a:pt x="1152273" y="1403373"/>
                  </a:lnTo>
                  <a:lnTo>
                    <a:pt x="1113200" y="1425744"/>
                  </a:lnTo>
                  <a:lnTo>
                    <a:pt x="1072715" y="1445815"/>
                  </a:lnTo>
                  <a:lnTo>
                    <a:pt x="1030906" y="1463499"/>
                  </a:lnTo>
                  <a:lnTo>
                    <a:pt x="987864" y="1478705"/>
                  </a:lnTo>
                  <a:lnTo>
                    <a:pt x="943675" y="1491345"/>
                  </a:lnTo>
                  <a:lnTo>
                    <a:pt x="898429" y="1501331"/>
                  </a:lnTo>
                  <a:lnTo>
                    <a:pt x="852215" y="1508574"/>
                  </a:lnTo>
                  <a:lnTo>
                    <a:pt x="805121" y="1512984"/>
                  </a:lnTo>
                  <a:lnTo>
                    <a:pt x="757237" y="1514474"/>
                  </a:lnTo>
                  <a:close/>
                </a:path>
                <a:path w="1514475" h="1514475">
                  <a:moveTo>
                    <a:pt x="1423713" y="1116747"/>
                  </a:moveTo>
                  <a:lnTo>
                    <a:pt x="659916" y="1116747"/>
                  </a:lnTo>
                  <a:lnTo>
                    <a:pt x="682233" y="1114539"/>
                  </a:lnTo>
                  <a:lnTo>
                    <a:pt x="703466" y="1108081"/>
                  </a:lnTo>
                  <a:lnTo>
                    <a:pt x="740350" y="1083418"/>
                  </a:lnTo>
                  <a:lnTo>
                    <a:pt x="1183405" y="640363"/>
                  </a:lnTo>
                  <a:lnTo>
                    <a:pt x="1208152" y="602805"/>
                  </a:lnTo>
                  <a:lnTo>
                    <a:pt x="1216401" y="560206"/>
                  </a:lnTo>
                  <a:lnTo>
                    <a:pt x="1208152" y="517691"/>
                  </a:lnTo>
                  <a:lnTo>
                    <a:pt x="1183405" y="480383"/>
                  </a:lnTo>
                  <a:lnTo>
                    <a:pt x="1145840" y="455386"/>
                  </a:lnTo>
                  <a:lnTo>
                    <a:pt x="1103193" y="447054"/>
                  </a:lnTo>
                  <a:lnTo>
                    <a:pt x="1448055" y="447054"/>
                  </a:lnTo>
                  <a:lnTo>
                    <a:pt x="1463499" y="483567"/>
                  </a:lnTo>
                  <a:lnTo>
                    <a:pt x="1478705" y="526610"/>
                  </a:lnTo>
                  <a:lnTo>
                    <a:pt x="1491345" y="570799"/>
                  </a:lnTo>
                  <a:lnTo>
                    <a:pt x="1501331" y="616045"/>
                  </a:lnTo>
                  <a:lnTo>
                    <a:pt x="1508574" y="662259"/>
                  </a:lnTo>
                  <a:lnTo>
                    <a:pt x="1512984" y="709353"/>
                  </a:lnTo>
                  <a:lnTo>
                    <a:pt x="1514474" y="757237"/>
                  </a:lnTo>
                  <a:lnTo>
                    <a:pt x="1512984" y="805121"/>
                  </a:lnTo>
                  <a:lnTo>
                    <a:pt x="1508574" y="852215"/>
                  </a:lnTo>
                  <a:lnTo>
                    <a:pt x="1501331" y="898429"/>
                  </a:lnTo>
                  <a:lnTo>
                    <a:pt x="1491345" y="943675"/>
                  </a:lnTo>
                  <a:lnTo>
                    <a:pt x="1478705" y="987864"/>
                  </a:lnTo>
                  <a:lnTo>
                    <a:pt x="1463499" y="1030906"/>
                  </a:lnTo>
                  <a:lnTo>
                    <a:pt x="1445815" y="1072715"/>
                  </a:lnTo>
                  <a:lnTo>
                    <a:pt x="1425744" y="1113200"/>
                  </a:lnTo>
                  <a:lnTo>
                    <a:pt x="1423713" y="1116747"/>
                  </a:lnTo>
                  <a:close/>
                </a:path>
                <a:path w="1514475" h="1514475">
                  <a:moveTo>
                    <a:pt x="659916" y="843448"/>
                  </a:moveTo>
                  <a:lnTo>
                    <a:pt x="518600" y="701688"/>
                  </a:lnTo>
                  <a:lnTo>
                    <a:pt x="481105" y="676942"/>
                  </a:lnTo>
                  <a:lnTo>
                    <a:pt x="438611" y="668693"/>
                  </a:lnTo>
                  <a:lnTo>
                    <a:pt x="834671" y="668693"/>
                  </a:lnTo>
                  <a:lnTo>
                    <a:pt x="659916" y="843448"/>
                  </a:lnTo>
                  <a:close/>
                </a:path>
              </a:pathLst>
            </a:custGeom>
            <a:solidFill>
              <a:srgbClr val="38B4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073501" y="8213134"/>
              <a:ext cx="891540" cy="669925"/>
            </a:xfrm>
            <a:custGeom>
              <a:avLst/>
              <a:gdLst/>
              <a:ahLst/>
              <a:cxnLst/>
              <a:rect l="l" t="t" r="r" b="b"/>
              <a:pathLst>
                <a:path w="891540" h="669925">
                  <a:moveTo>
                    <a:pt x="334624" y="669692"/>
                  </a:moveTo>
                  <a:lnTo>
                    <a:pt x="291463" y="661027"/>
                  </a:lnTo>
                  <a:lnTo>
                    <a:pt x="254634" y="636363"/>
                  </a:lnTo>
                  <a:lnTo>
                    <a:pt x="33329" y="415058"/>
                  </a:lnTo>
                  <a:lnTo>
                    <a:pt x="8332" y="377493"/>
                  </a:lnTo>
                  <a:lnTo>
                    <a:pt x="0" y="334846"/>
                  </a:lnTo>
                  <a:lnTo>
                    <a:pt x="8332" y="292199"/>
                  </a:lnTo>
                  <a:lnTo>
                    <a:pt x="33329" y="254634"/>
                  </a:lnTo>
                  <a:lnTo>
                    <a:pt x="70824" y="229887"/>
                  </a:lnTo>
                  <a:lnTo>
                    <a:pt x="113318" y="221638"/>
                  </a:lnTo>
                  <a:lnTo>
                    <a:pt x="155813" y="229887"/>
                  </a:lnTo>
                  <a:lnTo>
                    <a:pt x="193308" y="254634"/>
                  </a:lnTo>
                  <a:lnTo>
                    <a:pt x="334624" y="396394"/>
                  </a:lnTo>
                  <a:lnTo>
                    <a:pt x="697689" y="33329"/>
                  </a:lnTo>
                  <a:lnTo>
                    <a:pt x="735254" y="8332"/>
                  </a:lnTo>
                  <a:lnTo>
                    <a:pt x="777901" y="0"/>
                  </a:lnTo>
                  <a:lnTo>
                    <a:pt x="820548" y="8332"/>
                  </a:lnTo>
                  <a:lnTo>
                    <a:pt x="858113" y="33329"/>
                  </a:lnTo>
                  <a:lnTo>
                    <a:pt x="882860" y="70636"/>
                  </a:lnTo>
                  <a:lnTo>
                    <a:pt x="891109" y="113152"/>
                  </a:lnTo>
                  <a:lnTo>
                    <a:pt x="882860" y="155751"/>
                  </a:lnTo>
                  <a:lnTo>
                    <a:pt x="858113" y="193308"/>
                  </a:lnTo>
                  <a:lnTo>
                    <a:pt x="415058" y="636363"/>
                  </a:lnTo>
                  <a:lnTo>
                    <a:pt x="378174" y="661027"/>
                  </a:lnTo>
                  <a:lnTo>
                    <a:pt x="356940" y="667484"/>
                  </a:lnTo>
                  <a:lnTo>
                    <a:pt x="334624" y="6696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144975" y="2356342"/>
            <a:ext cx="174815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 dirty="0">
                <a:solidFill>
                  <a:srgbClr val="EBD9A7"/>
                </a:solidFill>
                <a:latin typeface="Trebuchet MS"/>
                <a:cs typeface="Trebuchet MS"/>
              </a:rPr>
              <a:t>FAISABILITÉ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9131300" y="699008"/>
            <a:ext cx="244729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254" dirty="0">
                <a:latin typeface="Times New Roman"/>
                <a:cs typeface="Times New Roman"/>
              </a:rPr>
              <a:t>Résultats</a:t>
            </a:r>
            <a:endParaRPr sz="4500">
              <a:latin typeface="Times New Roman"/>
              <a:cs typeface="Times New Roman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996950" y="3296435"/>
          <a:ext cx="5784215" cy="59855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10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sz="2500" spc="-10" dirty="0">
                          <a:solidFill>
                            <a:srgbClr val="EBD9A7"/>
                          </a:solidFill>
                          <a:latin typeface="Lucida Sans Unicode"/>
                          <a:cs typeface="Lucida Sans Unicode"/>
                        </a:rPr>
                        <a:t>methode</a:t>
                      </a:r>
                      <a:endParaRPr sz="25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91135" marB="0">
                    <a:solidFill>
                      <a:srgbClr val="A18F62"/>
                    </a:solidFill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3400" spc="-25" dirty="0">
                          <a:solidFill>
                            <a:srgbClr val="EBD9A7"/>
                          </a:solidFill>
                          <a:latin typeface="Lucida Sans Unicode"/>
                          <a:cs typeface="Lucida Sans Unicode"/>
                        </a:rPr>
                        <a:t>ARI</a:t>
                      </a:r>
                      <a:endParaRPr sz="3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9209" marB="0">
                    <a:solidFill>
                      <a:srgbClr val="A18F62"/>
                    </a:solidFill>
                  </a:tcPr>
                </a:tc>
                <a:tc>
                  <a:txBody>
                    <a:bodyPr/>
                    <a:lstStyle/>
                    <a:p>
                      <a:pPr marL="31432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3400" spc="-155" dirty="0">
                          <a:solidFill>
                            <a:srgbClr val="EBD9A7"/>
                          </a:solidFill>
                          <a:latin typeface="Lucida Sans Unicode"/>
                          <a:cs typeface="Lucida Sans Unicode"/>
                        </a:rPr>
                        <a:t>ACCURACY</a:t>
                      </a:r>
                      <a:endParaRPr sz="3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9209" marB="0">
                    <a:solidFill>
                      <a:srgbClr val="A18F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28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85"/>
                        </a:spcBef>
                      </a:pPr>
                      <a:r>
                        <a:rPr sz="3400" spc="125" dirty="0">
                          <a:solidFill>
                            <a:srgbClr val="EBD9A7"/>
                          </a:solidFill>
                          <a:latin typeface="Lucida Sans Unicode"/>
                          <a:cs typeface="Lucida Sans Unicode"/>
                        </a:rPr>
                        <a:t>BOW</a:t>
                      </a:r>
                      <a:endParaRPr sz="3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328295" marB="0">
                    <a:solidFill>
                      <a:srgbClr val="A18F62"/>
                    </a:solidFill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585"/>
                        </a:spcBef>
                      </a:pPr>
                      <a:r>
                        <a:rPr sz="3400" spc="-20" dirty="0">
                          <a:solidFill>
                            <a:srgbClr val="EBD9A7"/>
                          </a:solidFill>
                          <a:latin typeface="Lucida Sans Unicode"/>
                          <a:cs typeface="Lucida Sans Unicode"/>
                        </a:rPr>
                        <a:t>0.40</a:t>
                      </a:r>
                      <a:endParaRPr sz="3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328295" marB="0">
                    <a:solidFill>
                      <a:srgbClr val="A18F62"/>
                    </a:solidFill>
                  </a:tcPr>
                </a:tc>
                <a:tc>
                  <a:txBody>
                    <a:bodyPr/>
                    <a:lstStyle/>
                    <a:p>
                      <a:pPr marL="314325">
                        <a:lnSpc>
                          <a:spcPct val="100000"/>
                        </a:lnSpc>
                        <a:spcBef>
                          <a:spcPts val="2585"/>
                        </a:spcBef>
                      </a:pPr>
                      <a:r>
                        <a:rPr sz="3400" spc="-20" dirty="0">
                          <a:solidFill>
                            <a:srgbClr val="EBD9A7"/>
                          </a:solidFill>
                          <a:latin typeface="Lucida Sans Unicode"/>
                          <a:cs typeface="Lucida Sans Unicode"/>
                        </a:rPr>
                        <a:t>0.67</a:t>
                      </a:r>
                      <a:endParaRPr sz="3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328295" marB="0">
                    <a:solidFill>
                      <a:srgbClr val="A18F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3400" spc="-420" dirty="0">
                          <a:solidFill>
                            <a:srgbClr val="EBD9A7"/>
                          </a:solidFill>
                          <a:latin typeface="Lucida Sans Unicode"/>
                          <a:cs typeface="Lucida Sans Unicode"/>
                        </a:rPr>
                        <a:t>TF-</a:t>
                      </a:r>
                      <a:r>
                        <a:rPr sz="3400" spc="-25" dirty="0">
                          <a:solidFill>
                            <a:srgbClr val="EBD9A7"/>
                          </a:solidFill>
                          <a:latin typeface="Lucida Sans Unicode"/>
                          <a:cs typeface="Lucida Sans Unicode"/>
                        </a:rPr>
                        <a:t>IDF</a:t>
                      </a:r>
                      <a:endParaRPr sz="3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35560" marB="0">
                    <a:solidFill>
                      <a:srgbClr val="A18F62"/>
                    </a:solidFill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3400" spc="-20" dirty="0">
                          <a:solidFill>
                            <a:srgbClr val="EBD9A7"/>
                          </a:solidFill>
                          <a:latin typeface="Lucida Sans Unicode"/>
                          <a:cs typeface="Lucida Sans Unicode"/>
                        </a:rPr>
                        <a:t>0.48</a:t>
                      </a:r>
                      <a:endParaRPr sz="3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35560" marB="0">
                    <a:solidFill>
                      <a:srgbClr val="A18F62"/>
                    </a:solidFill>
                  </a:tcPr>
                </a:tc>
                <a:tc>
                  <a:txBody>
                    <a:bodyPr/>
                    <a:lstStyle/>
                    <a:p>
                      <a:pPr marL="3143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3400" spc="-20" dirty="0">
                          <a:solidFill>
                            <a:srgbClr val="EBD9A7"/>
                          </a:solidFill>
                          <a:latin typeface="Lucida Sans Unicode"/>
                          <a:cs typeface="Lucida Sans Unicode"/>
                        </a:rPr>
                        <a:t>0.71</a:t>
                      </a:r>
                      <a:endParaRPr sz="3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35560" marB="0">
                    <a:solidFill>
                      <a:srgbClr val="A18F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3400" spc="-25" dirty="0">
                          <a:solidFill>
                            <a:srgbClr val="EBD9A7"/>
                          </a:solidFill>
                          <a:latin typeface="Lucida Sans Unicode"/>
                          <a:cs typeface="Lucida Sans Unicode"/>
                        </a:rPr>
                        <a:t>W2V</a:t>
                      </a:r>
                      <a:endParaRPr sz="3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35560" marB="0">
                    <a:solidFill>
                      <a:srgbClr val="A18F62"/>
                    </a:solidFill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3400" spc="-20" dirty="0">
                          <a:solidFill>
                            <a:srgbClr val="EBD9A7"/>
                          </a:solidFill>
                          <a:latin typeface="Lucida Sans Unicode"/>
                          <a:cs typeface="Lucida Sans Unicode"/>
                        </a:rPr>
                        <a:t>0.19</a:t>
                      </a:r>
                      <a:endParaRPr sz="3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35560" marB="0">
                    <a:solidFill>
                      <a:srgbClr val="A18F62"/>
                    </a:solidFill>
                  </a:tcPr>
                </a:tc>
                <a:tc>
                  <a:txBody>
                    <a:bodyPr/>
                    <a:lstStyle/>
                    <a:p>
                      <a:pPr marL="3143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3400" spc="-20" dirty="0">
                          <a:solidFill>
                            <a:srgbClr val="EBD9A7"/>
                          </a:solidFill>
                          <a:latin typeface="Lucida Sans Unicode"/>
                          <a:cs typeface="Lucida Sans Unicode"/>
                        </a:rPr>
                        <a:t>0.45</a:t>
                      </a:r>
                      <a:endParaRPr sz="3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35560" marB="0">
                    <a:solidFill>
                      <a:srgbClr val="A18F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3400" spc="-20" dirty="0">
                          <a:solidFill>
                            <a:srgbClr val="EBD9A7"/>
                          </a:solidFill>
                          <a:latin typeface="Lucida Sans Unicode"/>
                          <a:cs typeface="Lucida Sans Unicode"/>
                        </a:rPr>
                        <a:t>BERT</a:t>
                      </a:r>
                      <a:endParaRPr sz="3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35560" marB="0">
                    <a:solidFill>
                      <a:srgbClr val="A18F62"/>
                    </a:solidFill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3400" spc="-20" dirty="0">
                          <a:solidFill>
                            <a:srgbClr val="EBD9A7"/>
                          </a:solidFill>
                          <a:latin typeface="Lucida Sans Unicode"/>
                          <a:cs typeface="Lucida Sans Unicode"/>
                        </a:rPr>
                        <a:t>0.30</a:t>
                      </a:r>
                      <a:endParaRPr sz="3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35560" marB="0">
                    <a:solidFill>
                      <a:srgbClr val="A18F62"/>
                    </a:solidFill>
                  </a:tcPr>
                </a:tc>
                <a:tc>
                  <a:txBody>
                    <a:bodyPr/>
                    <a:lstStyle/>
                    <a:p>
                      <a:pPr marL="3143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3400" spc="-20" dirty="0">
                          <a:solidFill>
                            <a:srgbClr val="EBD9A7"/>
                          </a:solidFill>
                          <a:latin typeface="Lucida Sans Unicode"/>
                          <a:cs typeface="Lucida Sans Unicode"/>
                        </a:rPr>
                        <a:t>0.53</a:t>
                      </a:r>
                      <a:endParaRPr sz="3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35560" marB="0">
                    <a:solidFill>
                      <a:srgbClr val="A18F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979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3400" spc="35" dirty="0">
                          <a:solidFill>
                            <a:srgbClr val="EBD9A7"/>
                          </a:solidFill>
                          <a:latin typeface="Lucida Sans Unicode"/>
                          <a:cs typeface="Lucida Sans Unicode"/>
                        </a:rPr>
                        <a:t>USE</a:t>
                      </a:r>
                      <a:endParaRPr sz="3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35560" marB="0">
                    <a:solidFill>
                      <a:srgbClr val="A18F62"/>
                    </a:solidFill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3400" spc="-20" dirty="0">
                          <a:solidFill>
                            <a:srgbClr val="EBD9A7"/>
                          </a:solidFill>
                          <a:latin typeface="Lucida Sans Unicode"/>
                          <a:cs typeface="Lucida Sans Unicode"/>
                        </a:rPr>
                        <a:t>0.43</a:t>
                      </a:r>
                      <a:endParaRPr sz="3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35560" marB="0">
                    <a:solidFill>
                      <a:srgbClr val="A18F62"/>
                    </a:solidFill>
                  </a:tcPr>
                </a:tc>
                <a:tc>
                  <a:txBody>
                    <a:bodyPr/>
                    <a:lstStyle/>
                    <a:p>
                      <a:pPr marL="3143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3400" spc="-20" dirty="0">
                          <a:solidFill>
                            <a:srgbClr val="EBD9A7"/>
                          </a:solidFill>
                          <a:latin typeface="Lucida Sans Unicode"/>
                          <a:cs typeface="Lucida Sans Unicode"/>
                        </a:rPr>
                        <a:t>0.64</a:t>
                      </a:r>
                      <a:endParaRPr sz="3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35560" marB="0">
                    <a:solidFill>
                      <a:srgbClr val="A18F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9979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640"/>
                        </a:spcBef>
                      </a:pPr>
                      <a:r>
                        <a:rPr sz="3400" spc="-20" dirty="0">
                          <a:solidFill>
                            <a:srgbClr val="EBD9A7"/>
                          </a:solidFill>
                          <a:latin typeface="Lucida Sans Unicode"/>
                          <a:cs typeface="Lucida Sans Unicode"/>
                        </a:rPr>
                        <a:t>SIFT</a:t>
                      </a:r>
                      <a:endParaRPr sz="3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335280" marB="0">
                    <a:solidFill>
                      <a:srgbClr val="A18F62"/>
                    </a:solidFill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640"/>
                        </a:spcBef>
                      </a:pPr>
                      <a:r>
                        <a:rPr sz="3400" spc="-20" dirty="0">
                          <a:solidFill>
                            <a:srgbClr val="EBD9A7"/>
                          </a:solidFill>
                          <a:latin typeface="Lucida Sans Unicode"/>
                          <a:cs typeface="Lucida Sans Unicode"/>
                        </a:rPr>
                        <a:t>0.04</a:t>
                      </a:r>
                      <a:endParaRPr sz="3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335280" marB="0">
                    <a:solidFill>
                      <a:srgbClr val="A18F62"/>
                    </a:solidFill>
                  </a:tcPr>
                </a:tc>
                <a:tc>
                  <a:txBody>
                    <a:bodyPr/>
                    <a:lstStyle/>
                    <a:p>
                      <a:pPr marL="314325">
                        <a:lnSpc>
                          <a:spcPct val="100000"/>
                        </a:lnSpc>
                        <a:spcBef>
                          <a:spcPts val="2640"/>
                        </a:spcBef>
                      </a:pPr>
                      <a:r>
                        <a:rPr sz="3400" spc="-20" dirty="0">
                          <a:solidFill>
                            <a:srgbClr val="EBD9A7"/>
                          </a:solidFill>
                          <a:latin typeface="Lucida Sans Unicode"/>
                          <a:cs typeface="Lucida Sans Unicode"/>
                        </a:rPr>
                        <a:t>0.28</a:t>
                      </a:r>
                      <a:endParaRPr sz="3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335280" marB="0">
                    <a:solidFill>
                      <a:srgbClr val="A18F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3400" spc="-10" dirty="0">
                          <a:solidFill>
                            <a:srgbClr val="EBD9A7"/>
                          </a:solidFill>
                          <a:latin typeface="Lucida Sans Unicode"/>
                          <a:cs typeface="Lucida Sans Unicode"/>
                        </a:rPr>
                        <a:t>VGG16</a:t>
                      </a:r>
                      <a:endParaRPr sz="3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35560" marB="0">
                    <a:solidFill>
                      <a:srgbClr val="A18F62"/>
                    </a:solidFill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3400" spc="-20" dirty="0">
                          <a:solidFill>
                            <a:srgbClr val="EBD9A7"/>
                          </a:solidFill>
                          <a:latin typeface="Lucida Sans Unicode"/>
                          <a:cs typeface="Lucida Sans Unicode"/>
                        </a:rPr>
                        <a:t>0.45</a:t>
                      </a:r>
                      <a:endParaRPr sz="3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35560" marB="0">
                    <a:solidFill>
                      <a:srgbClr val="A18F62"/>
                    </a:solidFill>
                  </a:tcPr>
                </a:tc>
                <a:tc>
                  <a:txBody>
                    <a:bodyPr/>
                    <a:lstStyle/>
                    <a:p>
                      <a:pPr marL="3143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3400" spc="-20" dirty="0">
                          <a:solidFill>
                            <a:srgbClr val="EBD9A7"/>
                          </a:solidFill>
                          <a:latin typeface="Lucida Sans Unicode"/>
                          <a:cs typeface="Lucida Sans Unicode"/>
                        </a:rPr>
                        <a:t>0.67</a:t>
                      </a:r>
                      <a:endParaRPr sz="3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35560" marB="0">
                    <a:solidFill>
                      <a:srgbClr val="A18F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</a:pPr>
            <a:r>
              <a:rPr spc="-40" dirty="0"/>
              <a:t>Les</a:t>
            </a:r>
            <a:r>
              <a:rPr spc="-105" dirty="0"/>
              <a:t> </a:t>
            </a:r>
            <a:r>
              <a:rPr spc="-40" dirty="0"/>
              <a:t>résultats</a:t>
            </a:r>
            <a:r>
              <a:rPr spc="-105" dirty="0"/>
              <a:t> </a:t>
            </a:r>
            <a:r>
              <a:rPr dirty="0"/>
              <a:t>de</a:t>
            </a:r>
            <a:r>
              <a:rPr spc="-100" dirty="0"/>
              <a:t> </a:t>
            </a:r>
            <a:r>
              <a:rPr spc="-35" dirty="0"/>
              <a:t>l'étude</a:t>
            </a:r>
            <a:r>
              <a:rPr spc="-105" dirty="0"/>
              <a:t> </a:t>
            </a:r>
            <a:r>
              <a:rPr dirty="0"/>
              <a:t>de</a:t>
            </a:r>
            <a:r>
              <a:rPr spc="-105" dirty="0"/>
              <a:t> </a:t>
            </a:r>
            <a:r>
              <a:rPr spc="-55" dirty="0"/>
              <a:t>faisabilité</a:t>
            </a:r>
            <a:r>
              <a:rPr spc="-105" dirty="0"/>
              <a:t> </a:t>
            </a:r>
            <a:r>
              <a:rPr spc="-25" dirty="0"/>
              <a:t>montrent</a:t>
            </a:r>
            <a:r>
              <a:rPr spc="-100" dirty="0"/>
              <a:t> </a:t>
            </a:r>
            <a:r>
              <a:rPr spc="-45" dirty="0"/>
              <a:t>des</a:t>
            </a:r>
            <a:r>
              <a:rPr spc="-105" dirty="0"/>
              <a:t> </a:t>
            </a:r>
            <a:r>
              <a:rPr spc="-55" dirty="0"/>
              <a:t>scores</a:t>
            </a:r>
            <a:r>
              <a:rPr spc="-105" dirty="0"/>
              <a:t> </a:t>
            </a:r>
            <a:r>
              <a:rPr spc="-70" dirty="0"/>
              <a:t>ARI</a:t>
            </a:r>
            <a:r>
              <a:rPr spc="-100" dirty="0"/>
              <a:t> </a:t>
            </a:r>
            <a:r>
              <a:rPr spc="-25" dirty="0"/>
              <a:t>et </a:t>
            </a:r>
            <a:r>
              <a:rPr spc="-55" dirty="0"/>
              <a:t>d'Accuracy</a:t>
            </a:r>
            <a:r>
              <a:rPr spc="-100" dirty="0"/>
              <a:t> </a:t>
            </a:r>
            <a:r>
              <a:rPr spc="-40" dirty="0"/>
              <a:t>variables</a:t>
            </a:r>
            <a:r>
              <a:rPr spc="-100" dirty="0"/>
              <a:t> </a:t>
            </a:r>
            <a:r>
              <a:rPr spc="-40" dirty="0"/>
              <a:t>selon</a:t>
            </a:r>
            <a:r>
              <a:rPr spc="-100" dirty="0"/>
              <a:t> </a:t>
            </a:r>
            <a:r>
              <a:rPr spc="-55" dirty="0"/>
              <a:t>les</a:t>
            </a:r>
            <a:r>
              <a:rPr spc="-100" dirty="0"/>
              <a:t> </a:t>
            </a:r>
            <a:r>
              <a:rPr spc="-40" dirty="0"/>
              <a:t>techniques</a:t>
            </a:r>
            <a:r>
              <a:rPr spc="-100" dirty="0"/>
              <a:t> </a:t>
            </a:r>
            <a:r>
              <a:rPr spc="-55" dirty="0"/>
              <a:t>utilisées</a:t>
            </a:r>
            <a:r>
              <a:rPr spc="-100" dirty="0"/>
              <a:t> </a:t>
            </a:r>
            <a:r>
              <a:rPr spc="-20" dirty="0"/>
              <a:t>pour</a:t>
            </a:r>
            <a:r>
              <a:rPr spc="-100" dirty="0"/>
              <a:t> </a:t>
            </a:r>
            <a:r>
              <a:rPr spc="-25" dirty="0"/>
              <a:t>la </a:t>
            </a:r>
            <a:r>
              <a:rPr spc="-60" dirty="0"/>
              <a:t>classification</a:t>
            </a:r>
            <a:r>
              <a:rPr spc="-105" dirty="0"/>
              <a:t> </a:t>
            </a:r>
            <a:r>
              <a:rPr spc="-50" dirty="0"/>
              <a:t>d'objets</a:t>
            </a:r>
            <a:r>
              <a:rPr spc="-105" dirty="0"/>
              <a:t> </a:t>
            </a:r>
            <a:r>
              <a:rPr dirty="0"/>
              <a:t>à</a:t>
            </a:r>
            <a:r>
              <a:rPr spc="-105" dirty="0"/>
              <a:t> </a:t>
            </a:r>
            <a:r>
              <a:rPr spc="-30" dirty="0"/>
              <a:t>partir</a:t>
            </a:r>
            <a:r>
              <a:rPr spc="-105" dirty="0"/>
              <a:t> </a:t>
            </a:r>
            <a:r>
              <a:rPr dirty="0"/>
              <a:t>de</a:t>
            </a:r>
            <a:r>
              <a:rPr spc="-105" dirty="0"/>
              <a:t> </a:t>
            </a:r>
            <a:r>
              <a:rPr spc="-55" dirty="0"/>
              <a:t>descriptions</a:t>
            </a:r>
            <a:r>
              <a:rPr spc="-105" dirty="0"/>
              <a:t> </a:t>
            </a:r>
            <a:r>
              <a:rPr spc="-10" dirty="0"/>
              <a:t>et</a:t>
            </a:r>
            <a:r>
              <a:rPr spc="-100" dirty="0"/>
              <a:t> </a:t>
            </a:r>
            <a:r>
              <a:rPr spc="-10" dirty="0"/>
              <a:t>d'images.</a:t>
            </a:r>
          </a:p>
          <a:p>
            <a:pPr marL="12700" marR="192405">
              <a:lnSpc>
                <a:spcPct val="115599"/>
              </a:lnSpc>
              <a:spcBef>
                <a:spcPts val="2775"/>
              </a:spcBef>
            </a:pPr>
            <a:r>
              <a:rPr spc="-40" dirty="0"/>
              <a:t>Les</a:t>
            </a:r>
            <a:r>
              <a:rPr spc="-85" dirty="0"/>
              <a:t> </a:t>
            </a:r>
            <a:r>
              <a:rPr spc="-35" dirty="0"/>
              <a:t>méthodes</a:t>
            </a:r>
            <a:r>
              <a:rPr spc="-85" dirty="0"/>
              <a:t> </a:t>
            </a:r>
            <a:r>
              <a:rPr spc="-60" dirty="0"/>
              <a:t>textuelles</a:t>
            </a:r>
            <a:r>
              <a:rPr spc="-85" dirty="0"/>
              <a:t> </a:t>
            </a:r>
            <a:r>
              <a:rPr spc="-45" dirty="0"/>
              <a:t>affichent</a:t>
            </a:r>
            <a:r>
              <a:rPr spc="-85" dirty="0"/>
              <a:t> </a:t>
            </a:r>
            <a:r>
              <a:rPr spc="-45" dirty="0"/>
              <a:t>des</a:t>
            </a:r>
            <a:r>
              <a:rPr spc="-85" dirty="0"/>
              <a:t> </a:t>
            </a:r>
            <a:r>
              <a:rPr spc="-35" dirty="0"/>
              <a:t>performances</a:t>
            </a:r>
            <a:r>
              <a:rPr spc="-85" dirty="0"/>
              <a:t> </a:t>
            </a:r>
            <a:r>
              <a:rPr spc="-10" dirty="0"/>
              <a:t>robustes, </a:t>
            </a:r>
            <a:r>
              <a:rPr spc="-60" dirty="0"/>
              <a:t>suggérant</a:t>
            </a:r>
            <a:r>
              <a:rPr spc="-105" dirty="0"/>
              <a:t> </a:t>
            </a:r>
            <a:r>
              <a:rPr dirty="0"/>
              <a:t>une</a:t>
            </a:r>
            <a:r>
              <a:rPr spc="-105" dirty="0"/>
              <a:t> </a:t>
            </a:r>
            <a:r>
              <a:rPr spc="-55" dirty="0"/>
              <a:t>faisabilité</a:t>
            </a:r>
            <a:r>
              <a:rPr spc="-100" dirty="0"/>
              <a:t> </a:t>
            </a:r>
            <a:r>
              <a:rPr spc="-30" dirty="0"/>
              <a:t>prometteuse</a:t>
            </a:r>
            <a:r>
              <a:rPr spc="-105" dirty="0"/>
              <a:t> </a:t>
            </a:r>
            <a:r>
              <a:rPr spc="-20" dirty="0"/>
              <a:t>pour</a:t>
            </a:r>
            <a:r>
              <a:rPr spc="-100" dirty="0"/>
              <a:t> </a:t>
            </a:r>
            <a:r>
              <a:rPr spc="-30" dirty="0"/>
              <a:t>la</a:t>
            </a:r>
            <a:r>
              <a:rPr spc="-105" dirty="0"/>
              <a:t> </a:t>
            </a:r>
            <a:r>
              <a:rPr spc="-10" dirty="0"/>
              <a:t>classification.</a:t>
            </a:r>
          </a:p>
          <a:p>
            <a:pPr marL="12700" marR="243204" algn="just">
              <a:lnSpc>
                <a:spcPct val="115599"/>
              </a:lnSpc>
              <a:spcBef>
                <a:spcPts val="2775"/>
              </a:spcBef>
            </a:pPr>
            <a:r>
              <a:rPr spc="-40" dirty="0"/>
              <a:t>Les</a:t>
            </a:r>
            <a:r>
              <a:rPr spc="-105" dirty="0"/>
              <a:t> </a:t>
            </a:r>
            <a:r>
              <a:rPr spc="-25" dirty="0"/>
              <a:t>autres</a:t>
            </a:r>
            <a:r>
              <a:rPr spc="-90" dirty="0"/>
              <a:t> </a:t>
            </a:r>
            <a:r>
              <a:rPr spc="-55" dirty="0"/>
              <a:t>résultats,</a:t>
            </a:r>
            <a:r>
              <a:rPr spc="-95" dirty="0"/>
              <a:t> </a:t>
            </a:r>
            <a:r>
              <a:rPr spc="-60" dirty="0"/>
              <a:t>plus</a:t>
            </a:r>
            <a:r>
              <a:rPr spc="-90" dirty="0"/>
              <a:t> </a:t>
            </a:r>
            <a:r>
              <a:rPr spc="-75" dirty="0"/>
              <a:t>faibles,</a:t>
            </a:r>
            <a:r>
              <a:rPr spc="-85" dirty="0"/>
              <a:t> </a:t>
            </a:r>
            <a:r>
              <a:rPr spc="-40" dirty="0"/>
              <a:t>indiquent</a:t>
            </a:r>
            <a:r>
              <a:rPr spc="-95" dirty="0"/>
              <a:t> </a:t>
            </a:r>
            <a:r>
              <a:rPr spc="-10" dirty="0"/>
              <a:t>que</a:t>
            </a:r>
            <a:r>
              <a:rPr spc="-90" dirty="0"/>
              <a:t> </a:t>
            </a:r>
            <a:r>
              <a:rPr spc="-45" dirty="0"/>
              <a:t>des</a:t>
            </a:r>
            <a:r>
              <a:rPr spc="-95" dirty="0"/>
              <a:t> </a:t>
            </a:r>
            <a:r>
              <a:rPr spc="-10" dirty="0"/>
              <a:t>méthodes </a:t>
            </a:r>
            <a:r>
              <a:rPr spc="-60" dirty="0"/>
              <a:t>plus</a:t>
            </a:r>
            <a:r>
              <a:rPr spc="-100" dirty="0"/>
              <a:t> </a:t>
            </a:r>
            <a:r>
              <a:rPr spc="-50" dirty="0"/>
              <a:t>sophistiquées</a:t>
            </a:r>
            <a:r>
              <a:rPr spc="-110" dirty="0"/>
              <a:t> </a:t>
            </a:r>
            <a:r>
              <a:rPr dirty="0"/>
              <a:t>ou</a:t>
            </a:r>
            <a:r>
              <a:rPr spc="-100" dirty="0"/>
              <a:t> </a:t>
            </a:r>
            <a:r>
              <a:rPr spc="-45" dirty="0"/>
              <a:t>combinées</a:t>
            </a:r>
            <a:r>
              <a:rPr spc="-105" dirty="0"/>
              <a:t> </a:t>
            </a:r>
            <a:r>
              <a:rPr spc="-25" dirty="0"/>
              <a:t>pourraient</a:t>
            </a:r>
            <a:r>
              <a:rPr spc="-100" dirty="0"/>
              <a:t> </a:t>
            </a:r>
            <a:r>
              <a:rPr spc="-10" dirty="0"/>
              <a:t>être</a:t>
            </a:r>
            <a:r>
              <a:rPr spc="-105" dirty="0"/>
              <a:t> </a:t>
            </a:r>
            <a:r>
              <a:rPr spc="-10" dirty="0"/>
              <a:t>nécessaires </a:t>
            </a:r>
            <a:r>
              <a:rPr spc="-20" dirty="0"/>
              <a:t>pour</a:t>
            </a:r>
            <a:r>
              <a:rPr spc="-120" dirty="0"/>
              <a:t> </a:t>
            </a:r>
            <a:r>
              <a:rPr spc="-25" dirty="0"/>
              <a:t>améliorer</a:t>
            </a:r>
            <a:r>
              <a:rPr spc="-125" dirty="0"/>
              <a:t> </a:t>
            </a:r>
            <a:r>
              <a:rPr spc="-30" dirty="0"/>
              <a:t>la</a:t>
            </a:r>
            <a:r>
              <a:rPr spc="-120" dirty="0"/>
              <a:t> </a:t>
            </a:r>
            <a:r>
              <a:rPr spc="-10" dirty="0"/>
              <a:t>précision.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708912"/>
            <a:ext cx="18288000" cy="6867525"/>
            <a:chOff x="0" y="1708912"/>
            <a:chExt cx="18288000" cy="6867525"/>
          </a:xfrm>
        </p:grpSpPr>
        <p:sp>
          <p:nvSpPr>
            <p:cNvPr id="3" name="object 3"/>
            <p:cNvSpPr/>
            <p:nvPr/>
          </p:nvSpPr>
          <p:spPr>
            <a:xfrm>
              <a:off x="0" y="1708912"/>
              <a:ext cx="18288000" cy="6867525"/>
            </a:xfrm>
            <a:custGeom>
              <a:avLst/>
              <a:gdLst/>
              <a:ahLst/>
              <a:cxnLst/>
              <a:rect l="l" t="t" r="r" b="b"/>
              <a:pathLst>
                <a:path w="18288000" h="6867525">
                  <a:moveTo>
                    <a:pt x="18287998" y="6867524"/>
                  </a:moveTo>
                  <a:lnTo>
                    <a:pt x="0" y="6867524"/>
                  </a:lnTo>
                  <a:lnTo>
                    <a:pt x="0" y="0"/>
                  </a:lnTo>
                  <a:lnTo>
                    <a:pt x="18287998" y="0"/>
                  </a:lnTo>
                  <a:lnTo>
                    <a:pt x="18287998" y="6867524"/>
                  </a:lnTo>
                  <a:close/>
                </a:path>
              </a:pathLst>
            </a:custGeom>
            <a:solidFill>
              <a:srgbClr val="EBD9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846634" y="2370530"/>
              <a:ext cx="1750695" cy="2679700"/>
            </a:xfrm>
            <a:custGeom>
              <a:avLst/>
              <a:gdLst/>
              <a:ahLst/>
              <a:cxnLst/>
              <a:rect l="l" t="t" r="r" b="b"/>
              <a:pathLst>
                <a:path w="1750694" h="2679700">
                  <a:moveTo>
                    <a:pt x="1249045" y="2191740"/>
                  </a:moveTo>
                  <a:lnTo>
                    <a:pt x="1243698" y="2148217"/>
                  </a:lnTo>
                  <a:lnTo>
                    <a:pt x="1223581" y="2084057"/>
                  </a:lnTo>
                  <a:lnTo>
                    <a:pt x="1195260" y="2034070"/>
                  </a:lnTo>
                  <a:lnTo>
                    <a:pt x="1159637" y="1987245"/>
                  </a:lnTo>
                  <a:lnTo>
                    <a:pt x="1155598" y="1982952"/>
                  </a:lnTo>
                  <a:lnTo>
                    <a:pt x="1155598" y="2148217"/>
                  </a:lnTo>
                  <a:lnTo>
                    <a:pt x="594931" y="2148217"/>
                  </a:lnTo>
                  <a:lnTo>
                    <a:pt x="613359" y="2105342"/>
                  </a:lnTo>
                  <a:lnTo>
                    <a:pt x="641362" y="2063457"/>
                  </a:lnTo>
                  <a:lnTo>
                    <a:pt x="676516" y="2023237"/>
                  </a:lnTo>
                  <a:lnTo>
                    <a:pt x="716407" y="1985391"/>
                  </a:lnTo>
                  <a:lnTo>
                    <a:pt x="758634" y="1950605"/>
                  </a:lnTo>
                  <a:lnTo>
                    <a:pt x="800798" y="1919579"/>
                  </a:lnTo>
                  <a:lnTo>
                    <a:pt x="840473" y="1892985"/>
                  </a:lnTo>
                  <a:lnTo>
                    <a:pt x="875258" y="1871535"/>
                  </a:lnTo>
                  <a:lnTo>
                    <a:pt x="910043" y="1892985"/>
                  </a:lnTo>
                  <a:lnTo>
                    <a:pt x="949731" y="1919579"/>
                  </a:lnTo>
                  <a:lnTo>
                    <a:pt x="991882" y="1950605"/>
                  </a:lnTo>
                  <a:lnTo>
                    <a:pt x="1034122" y="1985391"/>
                  </a:lnTo>
                  <a:lnTo>
                    <a:pt x="1074013" y="2023237"/>
                  </a:lnTo>
                  <a:lnTo>
                    <a:pt x="1109167" y="2063457"/>
                  </a:lnTo>
                  <a:lnTo>
                    <a:pt x="1137158" y="2105342"/>
                  </a:lnTo>
                  <a:lnTo>
                    <a:pt x="1155598" y="2148217"/>
                  </a:lnTo>
                  <a:lnTo>
                    <a:pt x="1155598" y="1982952"/>
                  </a:lnTo>
                  <a:lnTo>
                    <a:pt x="1119035" y="1944065"/>
                  </a:lnTo>
                  <a:lnTo>
                    <a:pt x="1075778" y="1904949"/>
                  </a:lnTo>
                  <a:lnTo>
                    <a:pt x="1033653" y="1871535"/>
                  </a:lnTo>
                  <a:lnTo>
                    <a:pt x="1032205" y="1870379"/>
                  </a:lnTo>
                  <a:lnTo>
                    <a:pt x="990625" y="1840788"/>
                  </a:lnTo>
                  <a:lnTo>
                    <a:pt x="953376" y="1816646"/>
                  </a:lnTo>
                  <a:lnTo>
                    <a:pt x="901153" y="1786483"/>
                  </a:lnTo>
                  <a:lnTo>
                    <a:pt x="874483" y="1776717"/>
                  </a:lnTo>
                  <a:lnTo>
                    <a:pt x="864552" y="1777873"/>
                  </a:lnTo>
                  <a:lnTo>
                    <a:pt x="821512" y="1798383"/>
                  </a:lnTo>
                  <a:lnTo>
                    <a:pt x="753668" y="1840788"/>
                  </a:lnTo>
                  <a:lnTo>
                    <a:pt x="712089" y="1870379"/>
                  </a:lnTo>
                  <a:lnTo>
                    <a:pt x="668515" y="1904949"/>
                  </a:lnTo>
                  <a:lnTo>
                    <a:pt x="625259" y="1944065"/>
                  </a:lnTo>
                  <a:lnTo>
                    <a:pt x="584657" y="1987245"/>
                  </a:lnTo>
                  <a:lnTo>
                    <a:pt x="549033" y="2034070"/>
                  </a:lnTo>
                  <a:lnTo>
                    <a:pt x="520712" y="2084057"/>
                  </a:lnTo>
                  <a:lnTo>
                    <a:pt x="502005" y="2136762"/>
                  </a:lnTo>
                  <a:lnTo>
                    <a:pt x="495261" y="2191740"/>
                  </a:lnTo>
                  <a:lnTo>
                    <a:pt x="498563" y="2209038"/>
                  </a:lnTo>
                  <a:lnTo>
                    <a:pt x="507720" y="2222830"/>
                  </a:lnTo>
                  <a:lnTo>
                    <a:pt x="521538" y="2231961"/>
                  </a:lnTo>
                  <a:lnTo>
                    <a:pt x="538861" y="2235263"/>
                  </a:lnTo>
                  <a:lnTo>
                    <a:pt x="1205433" y="2235263"/>
                  </a:lnTo>
                  <a:lnTo>
                    <a:pt x="1222756" y="2231961"/>
                  </a:lnTo>
                  <a:lnTo>
                    <a:pt x="1236586" y="2222830"/>
                  </a:lnTo>
                  <a:lnTo>
                    <a:pt x="1245730" y="2209038"/>
                  </a:lnTo>
                  <a:lnTo>
                    <a:pt x="1249045" y="2191740"/>
                  </a:lnTo>
                  <a:close/>
                </a:path>
                <a:path w="1750694" h="2679700">
                  <a:moveTo>
                    <a:pt x="1435925" y="581355"/>
                  </a:moveTo>
                  <a:lnTo>
                    <a:pt x="1432623" y="564070"/>
                  </a:lnTo>
                  <a:lnTo>
                    <a:pt x="1423466" y="550265"/>
                  </a:lnTo>
                  <a:lnTo>
                    <a:pt x="1409649" y="541134"/>
                  </a:lnTo>
                  <a:lnTo>
                    <a:pt x="1392326" y="537832"/>
                  </a:lnTo>
                  <a:lnTo>
                    <a:pt x="1333144" y="537832"/>
                  </a:lnTo>
                  <a:lnTo>
                    <a:pt x="1333144" y="624878"/>
                  </a:lnTo>
                  <a:lnTo>
                    <a:pt x="1322768" y="644029"/>
                  </a:lnTo>
                  <a:lnTo>
                    <a:pt x="1287919" y="692010"/>
                  </a:lnTo>
                  <a:lnTo>
                    <a:pt x="1262240" y="721207"/>
                  </a:lnTo>
                  <a:lnTo>
                    <a:pt x="1230299" y="754113"/>
                  </a:lnTo>
                  <a:lnTo>
                    <a:pt x="1191475" y="790917"/>
                  </a:lnTo>
                  <a:lnTo>
                    <a:pt x="1145197" y="831786"/>
                  </a:lnTo>
                  <a:lnTo>
                    <a:pt x="1090853" y="876896"/>
                  </a:lnTo>
                  <a:lnTo>
                    <a:pt x="1027887" y="926439"/>
                  </a:lnTo>
                  <a:lnTo>
                    <a:pt x="981265" y="966076"/>
                  </a:lnTo>
                  <a:lnTo>
                    <a:pt x="939888" y="1008049"/>
                  </a:lnTo>
                  <a:lnTo>
                    <a:pt x="904367" y="1048854"/>
                  </a:lnTo>
                  <a:lnTo>
                    <a:pt x="875258" y="1084986"/>
                  </a:lnTo>
                  <a:lnTo>
                    <a:pt x="846162" y="1047546"/>
                  </a:lnTo>
                  <a:lnTo>
                    <a:pt x="810628" y="1006881"/>
                  </a:lnTo>
                  <a:lnTo>
                    <a:pt x="769264" y="965644"/>
                  </a:lnTo>
                  <a:lnTo>
                    <a:pt x="722642" y="926439"/>
                  </a:lnTo>
                  <a:lnTo>
                    <a:pt x="659663" y="877824"/>
                  </a:lnTo>
                  <a:lnTo>
                    <a:pt x="605332" y="833399"/>
                  </a:lnTo>
                  <a:lnTo>
                    <a:pt x="559054" y="792988"/>
                  </a:lnTo>
                  <a:lnTo>
                    <a:pt x="520230" y="756424"/>
                  </a:lnTo>
                  <a:lnTo>
                    <a:pt x="488276" y="723519"/>
                  </a:lnTo>
                  <a:lnTo>
                    <a:pt x="462610" y="694080"/>
                  </a:lnTo>
                  <a:lnTo>
                    <a:pt x="427748" y="644944"/>
                  </a:lnTo>
                  <a:lnTo>
                    <a:pt x="417385" y="624878"/>
                  </a:lnTo>
                  <a:lnTo>
                    <a:pt x="1333144" y="624878"/>
                  </a:lnTo>
                  <a:lnTo>
                    <a:pt x="1333144" y="537832"/>
                  </a:lnTo>
                  <a:lnTo>
                    <a:pt x="358203" y="537832"/>
                  </a:lnTo>
                  <a:lnTo>
                    <a:pt x="340880" y="541134"/>
                  </a:lnTo>
                  <a:lnTo>
                    <a:pt x="327050" y="550265"/>
                  </a:lnTo>
                  <a:lnTo>
                    <a:pt x="317906" y="564070"/>
                  </a:lnTo>
                  <a:lnTo>
                    <a:pt x="314591" y="581355"/>
                  </a:lnTo>
                  <a:lnTo>
                    <a:pt x="317385" y="609346"/>
                  </a:lnTo>
                  <a:lnTo>
                    <a:pt x="339991" y="670699"/>
                  </a:lnTo>
                  <a:lnTo>
                    <a:pt x="359981" y="704202"/>
                  </a:lnTo>
                  <a:lnTo>
                    <a:pt x="385851" y="739673"/>
                  </a:lnTo>
                  <a:lnTo>
                    <a:pt x="417715" y="777189"/>
                  </a:lnTo>
                  <a:lnTo>
                    <a:pt x="455637" y="816838"/>
                  </a:lnTo>
                  <a:lnTo>
                    <a:pt x="499719" y="858659"/>
                  </a:lnTo>
                  <a:lnTo>
                    <a:pt x="550024" y="902741"/>
                  </a:lnTo>
                  <a:lnTo>
                    <a:pt x="606653" y="949147"/>
                  </a:lnTo>
                  <a:lnTo>
                    <a:pt x="669683" y="997940"/>
                  </a:lnTo>
                  <a:lnTo>
                    <a:pt x="736701" y="1057744"/>
                  </a:lnTo>
                  <a:lnTo>
                    <a:pt x="789990" y="1119581"/>
                  </a:lnTo>
                  <a:lnTo>
                    <a:pt x="825182" y="1168006"/>
                  </a:lnTo>
                  <a:lnTo>
                    <a:pt x="837882" y="1187589"/>
                  </a:lnTo>
                  <a:lnTo>
                    <a:pt x="855256" y="1203325"/>
                  </a:lnTo>
                  <a:lnTo>
                    <a:pt x="876427" y="1208570"/>
                  </a:lnTo>
                  <a:lnTo>
                    <a:pt x="897013" y="1203325"/>
                  </a:lnTo>
                  <a:lnTo>
                    <a:pt x="912634" y="1187589"/>
                  </a:lnTo>
                  <a:lnTo>
                    <a:pt x="921156" y="1174724"/>
                  </a:lnTo>
                  <a:lnTo>
                    <a:pt x="944930" y="1141425"/>
                  </a:lnTo>
                  <a:lnTo>
                    <a:pt x="981265" y="1095590"/>
                  </a:lnTo>
                  <a:lnTo>
                    <a:pt x="1027468" y="1045121"/>
                  </a:lnTo>
                  <a:lnTo>
                    <a:pt x="1080846" y="997940"/>
                  </a:lnTo>
                  <a:lnTo>
                    <a:pt x="1143876" y="949147"/>
                  </a:lnTo>
                  <a:lnTo>
                    <a:pt x="1200492" y="902741"/>
                  </a:lnTo>
                  <a:lnTo>
                    <a:pt x="1250810" y="858659"/>
                  </a:lnTo>
                  <a:lnTo>
                    <a:pt x="1294879" y="816838"/>
                  </a:lnTo>
                  <a:lnTo>
                    <a:pt x="1332814" y="777189"/>
                  </a:lnTo>
                  <a:lnTo>
                    <a:pt x="1364665" y="739673"/>
                  </a:lnTo>
                  <a:lnTo>
                    <a:pt x="1390548" y="704202"/>
                  </a:lnTo>
                  <a:lnTo>
                    <a:pt x="1410525" y="670699"/>
                  </a:lnTo>
                  <a:lnTo>
                    <a:pt x="1428724" y="624878"/>
                  </a:lnTo>
                  <a:lnTo>
                    <a:pt x="1433131" y="609346"/>
                  </a:lnTo>
                  <a:lnTo>
                    <a:pt x="1435925" y="581355"/>
                  </a:lnTo>
                  <a:close/>
                </a:path>
                <a:path w="1750694" h="2679700">
                  <a:moveTo>
                    <a:pt x="1750529" y="2362200"/>
                  </a:moveTo>
                  <a:lnTo>
                    <a:pt x="1745068" y="2336800"/>
                  </a:lnTo>
                  <a:lnTo>
                    <a:pt x="1730273" y="2311400"/>
                  </a:lnTo>
                  <a:lnTo>
                    <a:pt x="1708480" y="2298700"/>
                  </a:lnTo>
                  <a:lnTo>
                    <a:pt x="1660194" y="2298700"/>
                  </a:lnTo>
                  <a:lnTo>
                    <a:pt x="1660194" y="2387600"/>
                  </a:lnTo>
                  <a:lnTo>
                    <a:pt x="1660194" y="2590800"/>
                  </a:lnTo>
                  <a:lnTo>
                    <a:pt x="90335" y="2590800"/>
                  </a:lnTo>
                  <a:lnTo>
                    <a:pt x="90335" y="2387600"/>
                  </a:lnTo>
                  <a:lnTo>
                    <a:pt x="1660194" y="2387600"/>
                  </a:lnTo>
                  <a:lnTo>
                    <a:pt x="1660194" y="2298700"/>
                  </a:lnTo>
                  <a:lnTo>
                    <a:pt x="1644624" y="2298700"/>
                  </a:lnTo>
                  <a:lnTo>
                    <a:pt x="1636877" y="2247900"/>
                  </a:lnTo>
                  <a:lnTo>
                    <a:pt x="1627682" y="2197100"/>
                  </a:lnTo>
                  <a:lnTo>
                    <a:pt x="1617027" y="2146300"/>
                  </a:lnTo>
                  <a:lnTo>
                    <a:pt x="1604911" y="2095500"/>
                  </a:lnTo>
                  <a:lnTo>
                    <a:pt x="1591322" y="2044700"/>
                  </a:lnTo>
                  <a:lnTo>
                    <a:pt x="1576285" y="1993900"/>
                  </a:lnTo>
                  <a:lnTo>
                    <a:pt x="1559788" y="1955800"/>
                  </a:lnTo>
                  <a:lnTo>
                    <a:pt x="1541830" y="1917700"/>
                  </a:lnTo>
                  <a:lnTo>
                    <a:pt x="1520913" y="1892300"/>
                  </a:lnTo>
                  <a:lnTo>
                    <a:pt x="1493431" y="1854200"/>
                  </a:lnTo>
                  <a:lnTo>
                    <a:pt x="1460601" y="1816100"/>
                  </a:lnTo>
                  <a:lnTo>
                    <a:pt x="1423606" y="1778000"/>
                  </a:lnTo>
                  <a:lnTo>
                    <a:pt x="1383626" y="1752600"/>
                  </a:lnTo>
                  <a:lnTo>
                    <a:pt x="1341856" y="1714500"/>
                  </a:lnTo>
                  <a:lnTo>
                    <a:pt x="1299502" y="1676400"/>
                  </a:lnTo>
                  <a:lnTo>
                    <a:pt x="1257731" y="1638300"/>
                  </a:lnTo>
                  <a:lnTo>
                    <a:pt x="1217752" y="1600200"/>
                  </a:lnTo>
                  <a:lnTo>
                    <a:pt x="1180757" y="1562100"/>
                  </a:lnTo>
                  <a:lnTo>
                    <a:pt x="1147927" y="1524000"/>
                  </a:lnTo>
                  <a:lnTo>
                    <a:pt x="1120457" y="1498600"/>
                  </a:lnTo>
                  <a:lnTo>
                    <a:pt x="1099527" y="1473200"/>
                  </a:lnTo>
                  <a:lnTo>
                    <a:pt x="1073569" y="1422400"/>
                  </a:lnTo>
                  <a:lnTo>
                    <a:pt x="1057998" y="1384300"/>
                  </a:lnTo>
                  <a:lnTo>
                    <a:pt x="1052804" y="1333500"/>
                  </a:lnTo>
                  <a:lnTo>
                    <a:pt x="1057998" y="1295400"/>
                  </a:lnTo>
                  <a:lnTo>
                    <a:pt x="1073569" y="1244600"/>
                  </a:lnTo>
                  <a:lnTo>
                    <a:pt x="1099527" y="1206500"/>
                  </a:lnTo>
                  <a:lnTo>
                    <a:pt x="1120457" y="1168400"/>
                  </a:lnTo>
                  <a:lnTo>
                    <a:pt x="1147927" y="1143000"/>
                  </a:lnTo>
                  <a:lnTo>
                    <a:pt x="1180757" y="1104900"/>
                  </a:lnTo>
                  <a:lnTo>
                    <a:pt x="1217752" y="1079500"/>
                  </a:lnTo>
                  <a:lnTo>
                    <a:pt x="1257731" y="1041400"/>
                  </a:lnTo>
                  <a:lnTo>
                    <a:pt x="1299502" y="1003300"/>
                  </a:lnTo>
                  <a:lnTo>
                    <a:pt x="1341856" y="965200"/>
                  </a:lnTo>
                  <a:lnTo>
                    <a:pt x="1383626" y="927100"/>
                  </a:lnTo>
                  <a:lnTo>
                    <a:pt x="1423606" y="889000"/>
                  </a:lnTo>
                  <a:lnTo>
                    <a:pt x="1460601" y="850900"/>
                  </a:lnTo>
                  <a:lnTo>
                    <a:pt x="1493431" y="812800"/>
                  </a:lnTo>
                  <a:lnTo>
                    <a:pt x="1520913" y="787400"/>
                  </a:lnTo>
                  <a:lnTo>
                    <a:pt x="1541830" y="749300"/>
                  </a:lnTo>
                  <a:lnTo>
                    <a:pt x="1560690" y="723900"/>
                  </a:lnTo>
                  <a:lnTo>
                    <a:pt x="1577606" y="673100"/>
                  </a:lnTo>
                  <a:lnTo>
                    <a:pt x="1592694" y="635000"/>
                  </a:lnTo>
                  <a:lnTo>
                    <a:pt x="1606080" y="584200"/>
                  </a:lnTo>
                  <a:lnTo>
                    <a:pt x="1617840" y="533400"/>
                  </a:lnTo>
                  <a:lnTo>
                    <a:pt x="1628127" y="482600"/>
                  </a:lnTo>
                  <a:lnTo>
                    <a:pt x="1637004" y="431800"/>
                  </a:lnTo>
                  <a:lnTo>
                    <a:pt x="1644624" y="381000"/>
                  </a:lnTo>
                  <a:lnTo>
                    <a:pt x="1657083" y="381000"/>
                  </a:lnTo>
                  <a:lnTo>
                    <a:pt x="1692224" y="368300"/>
                  </a:lnTo>
                  <a:lnTo>
                    <a:pt x="1720938" y="355600"/>
                  </a:lnTo>
                  <a:lnTo>
                    <a:pt x="1740306" y="317500"/>
                  </a:lnTo>
                  <a:lnTo>
                    <a:pt x="1747405" y="292100"/>
                  </a:lnTo>
                  <a:lnTo>
                    <a:pt x="1747405" y="88900"/>
                  </a:lnTo>
                  <a:lnTo>
                    <a:pt x="1740306" y="50800"/>
                  </a:lnTo>
                  <a:lnTo>
                    <a:pt x="1720938" y="25400"/>
                  </a:lnTo>
                  <a:lnTo>
                    <a:pt x="1692224" y="0"/>
                  </a:lnTo>
                  <a:lnTo>
                    <a:pt x="1660194" y="0"/>
                  </a:lnTo>
                  <a:lnTo>
                    <a:pt x="1660194" y="88900"/>
                  </a:lnTo>
                  <a:lnTo>
                    <a:pt x="1660194" y="292100"/>
                  </a:lnTo>
                  <a:lnTo>
                    <a:pt x="1557401" y="292100"/>
                  </a:lnTo>
                  <a:lnTo>
                    <a:pt x="1557401" y="368300"/>
                  </a:lnTo>
                  <a:lnTo>
                    <a:pt x="1546352" y="444500"/>
                  </a:lnTo>
                  <a:lnTo>
                    <a:pt x="1534591" y="495300"/>
                  </a:lnTo>
                  <a:lnTo>
                    <a:pt x="1522183" y="558800"/>
                  </a:lnTo>
                  <a:lnTo>
                    <a:pt x="1509166" y="596900"/>
                  </a:lnTo>
                  <a:lnTo>
                    <a:pt x="1495602" y="647700"/>
                  </a:lnTo>
                  <a:lnTo>
                    <a:pt x="1481556" y="685800"/>
                  </a:lnTo>
                  <a:lnTo>
                    <a:pt x="1448193" y="736600"/>
                  </a:lnTo>
                  <a:lnTo>
                    <a:pt x="1422527" y="762000"/>
                  </a:lnTo>
                  <a:lnTo>
                    <a:pt x="1391246" y="800100"/>
                  </a:lnTo>
                  <a:lnTo>
                    <a:pt x="1355521" y="838200"/>
                  </a:lnTo>
                  <a:lnTo>
                    <a:pt x="1316532" y="863600"/>
                  </a:lnTo>
                  <a:lnTo>
                    <a:pt x="1275448" y="901700"/>
                  </a:lnTo>
                  <a:lnTo>
                    <a:pt x="1191704" y="977900"/>
                  </a:lnTo>
                  <a:lnTo>
                    <a:pt x="1151382" y="1016000"/>
                  </a:lnTo>
                  <a:lnTo>
                    <a:pt x="1113675" y="1054100"/>
                  </a:lnTo>
                  <a:lnTo>
                    <a:pt x="1079741" y="1092200"/>
                  </a:lnTo>
                  <a:lnTo>
                    <a:pt x="1050747" y="1130300"/>
                  </a:lnTo>
                  <a:lnTo>
                    <a:pt x="1027887" y="1155700"/>
                  </a:lnTo>
                  <a:lnTo>
                    <a:pt x="1000290" y="1206500"/>
                  </a:lnTo>
                  <a:lnTo>
                    <a:pt x="980528" y="1244600"/>
                  </a:lnTo>
                  <a:lnTo>
                    <a:pt x="968590" y="1295400"/>
                  </a:lnTo>
                  <a:lnTo>
                    <a:pt x="964425" y="1333500"/>
                  </a:lnTo>
                  <a:lnTo>
                    <a:pt x="967994" y="1384300"/>
                  </a:lnTo>
                  <a:lnTo>
                    <a:pt x="979271" y="1422400"/>
                  </a:lnTo>
                  <a:lnTo>
                    <a:pt x="998207" y="1473200"/>
                  </a:lnTo>
                  <a:lnTo>
                    <a:pt x="1024775" y="1511300"/>
                  </a:lnTo>
                  <a:lnTo>
                    <a:pt x="1047635" y="1549400"/>
                  </a:lnTo>
                  <a:lnTo>
                    <a:pt x="1076617" y="1587500"/>
                  </a:lnTo>
                  <a:lnTo>
                    <a:pt x="1110551" y="1612900"/>
                  </a:lnTo>
                  <a:lnTo>
                    <a:pt x="1148270" y="1651000"/>
                  </a:lnTo>
                  <a:lnTo>
                    <a:pt x="1188593" y="1689100"/>
                  </a:lnTo>
                  <a:lnTo>
                    <a:pt x="1272336" y="1765300"/>
                  </a:lnTo>
                  <a:lnTo>
                    <a:pt x="1313421" y="1803400"/>
                  </a:lnTo>
                  <a:lnTo>
                    <a:pt x="1352410" y="1841500"/>
                  </a:lnTo>
                  <a:lnTo>
                    <a:pt x="1388135" y="1879600"/>
                  </a:lnTo>
                  <a:lnTo>
                    <a:pt x="1419415" y="1905000"/>
                  </a:lnTo>
                  <a:lnTo>
                    <a:pt x="1445082" y="1943100"/>
                  </a:lnTo>
                  <a:lnTo>
                    <a:pt x="1463967" y="1968500"/>
                  </a:lnTo>
                  <a:lnTo>
                    <a:pt x="1478445" y="1993900"/>
                  </a:lnTo>
                  <a:lnTo>
                    <a:pt x="1492491" y="2032000"/>
                  </a:lnTo>
                  <a:lnTo>
                    <a:pt x="1506054" y="2070100"/>
                  </a:lnTo>
                  <a:lnTo>
                    <a:pt x="1519059" y="2120900"/>
                  </a:lnTo>
                  <a:lnTo>
                    <a:pt x="1531480" y="2171700"/>
                  </a:lnTo>
                  <a:lnTo>
                    <a:pt x="1543240" y="2235200"/>
                  </a:lnTo>
                  <a:lnTo>
                    <a:pt x="1554289" y="2298700"/>
                  </a:lnTo>
                  <a:lnTo>
                    <a:pt x="196240" y="2298700"/>
                  </a:lnTo>
                  <a:lnTo>
                    <a:pt x="207289" y="2235200"/>
                  </a:lnTo>
                  <a:lnTo>
                    <a:pt x="219049" y="2171700"/>
                  </a:lnTo>
                  <a:lnTo>
                    <a:pt x="231457" y="2120900"/>
                  </a:lnTo>
                  <a:lnTo>
                    <a:pt x="244475" y="2070100"/>
                  </a:lnTo>
                  <a:lnTo>
                    <a:pt x="258025" y="2032000"/>
                  </a:lnTo>
                  <a:lnTo>
                    <a:pt x="272084" y="1993900"/>
                  </a:lnTo>
                  <a:lnTo>
                    <a:pt x="305447" y="1943100"/>
                  </a:lnTo>
                  <a:lnTo>
                    <a:pt x="331114" y="1905000"/>
                  </a:lnTo>
                  <a:lnTo>
                    <a:pt x="362394" y="1879600"/>
                  </a:lnTo>
                  <a:lnTo>
                    <a:pt x="398119" y="1841500"/>
                  </a:lnTo>
                  <a:lnTo>
                    <a:pt x="437108" y="1803400"/>
                  </a:lnTo>
                  <a:lnTo>
                    <a:pt x="478193" y="1765300"/>
                  </a:lnTo>
                  <a:lnTo>
                    <a:pt x="561936" y="1689100"/>
                  </a:lnTo>
                  <a:lnTo>
                    <a:pt x="602259" y="1651000"/>
                  </a:lnTo>
                  <a:lnTo>
                    <a:pt x="639965" y="1612900"/>
                  </a:lnTo>
                  <a:lnTo>
                    <a:pt x="673900" y="1587500"/>
                  </a:lnTo>
                  <a:lnTo>
                    <a:pt x="702894" y="1549400"/>
                  </a:lnTo>
                  <a:lnTo>
                    <a:pt x="725754" y="1511300"/>
                  </a:lnTo>
                  <a:lnTo>
                    <a:pt x="752322" y="1473200"/>
                  </a:lnTo>
                  <a:lnTo>
                    <a:pt x="771309" y="1422400"/>
                  </a:lnTo>
                  <a:lnTo>
                    <a:pt x="782688" y="1384300"/>
                  </a:lnTo>
                  <a:lnTo>
                    <a:pt x="786485" y="1333500"/>
                  </a:lnTo>
                  <a:lnTo>
                    <a:pt x="782688" y="1295400"/>
                  </a:lnTo>
                  <a:lnTo>
                    <a:pt x="771309" y="1244600"/>
                  </a:lnTo>
                  <a:lnTo>
                    <a:pt x="752322" y="1206500"/>
                  </a:lnTo>
                  <a:lnTo>
                    <a:pt x="725754" y="1155700"/>
                  </a:lnTo>
                  <a:lnTo>
                    <a:pt x="702843" y="1130300"/>
                  </a:lnTo>
                  <a:lnTo>
                    <a:pt x="673722" y="1092200"/>
                  </a:lnTo>
                  <a:lnTo>
                    <a:pt x="639584" y="1054100"/>
                  </a:lnTo>
                  <a:lnTo>
                    <a:pt x="601637" y="1016000"/>
                  </a:lnTo>
                  <a:lnTo>
                    <a:pt x="561086" y="977900"/>
                  </a:lnTo>
                  <a:lnTo>
                    <a:pt x="476935" y="901700"/>
                  </a:lnTo>
                  <a:lnTo>
                    <a:pt x="435749" y="863600"/>
                  </a:lnTo>
                  <a:lnTo>
                    <a:pt x="396735" y="838200"/>
                  </a:lnTo>
                  <a:lnTo>
                    <a:pt x="361124" y="800100"/>
                  </a:lnTo>
                  <a:lnTo>
                    <a:pt x="330085" y="762000"/>
                  </a:lnTo>
                  <a:lnTo>
                    <a:pt x="304825" y="736600"/>
                  </a:lnTo>
                  <a:lnTo>
                    <a:pt x="286562" y="711200"/>
                  </a:lnTo>
                  <a:lnTo>
                    <a:pt x="272084" y="685800"/>
                  </a:lnTo>
                  <a:lnTo>
                    <a:pt x="258025" y="647700"/>
                  </a:lnTo>
                  <a:lnTo>
                    <a:pt x="244475" y="596900"/>
                  </a:lnTo>
                  <a:lnTo>
                    <a:pt x="231457" y="558800"/>
                  </a:lnTo>
                  <a:lnTo>
                    <a:pt x="219049" y="495300"/>
                  </a:lnTo>
                  <a:lnTo>
                    <a:pt x="207289" y="444500"/>
                  </a:lnTo>
                  <a:lnTo>
                    <a:pt x="196240" y="368300"/>
                  </a:lnTo>
                  <a:lnTo>
                    <a:pt x="1557401" y="368300"/>
                  </a:lnTo>
                  <a:lnTo>
                    <a:pt x="1557401" y="292100"/>
                  </a:lnTo>
                  <a:lnTo>
                    <a:pt x="1224356" y="292100"/>
                  </a:lnTo>
                  <a:lnTo>
                    <a:pt x="1032522" y="279400"/>
                  </a:lnTo>
                  <a:lnTo>
                    <a:pt x="90335" y="279400"/>
                  </a:lnTo>
                  <a:lnTo>
                    <a:pt x="90335" y="88900"/>
                  </a:lnTo>
                  <a:lnTo>
                    <a:pt x="1660194" y="88900"/>
                  </a:lnTo>
                  <a:lnTo>
                    <a:pt x="1660194" y="0"/>
                  </a:lnTo>
                  <a:lnTo>
                    <a:pt x="58305" y="0"/>
                  </a:lnTo>
                  <a:lnTo>
                    <a:pt x="29591" y="25400"/>
                  </a:lnTo>
                  <a:lnTo>
                    <a:pt x="10223" y="50800"/>
                  </a:lnTo>
                  <a:lnTo>
                    <a:pt x="3111" y="88900"/>
                  </a:lnTo>
                  <a:lnTo>
                    <a:pt x="3111" y="279400"/>
                  </a:lnTo>
                  <a:lnTo>
                    <a:pt x="10223" y="317500"/>
                  </a:lnTo>
                  <a:lnTo>
                    <a:pt x="29591" y="342900"/>
                  </a:lnTo>
                  <a:lnTo>
                    <a:pt x="58305" y="368300"/>
                  </a:lnTo>
                  <a:lnTo>
                    <a:pt x="105905" y="368300"/>
                  </a:lnTo>
                  <a:lnTo>
                    <a:pt x="113639" y="419100"/>
                  </a:lnTo>
                  <a:lnTo>
                    <a:pt x="122847" y="469900"/>
                  </a:lnTo>
                  <a:lnTo>
                    <a:pt x="133502" y="533400"/>
                  </a:lnTo>
                  <a:lnTo>
                    <a:pt x="145618" y="584200"/>
                  </a:lnTo>
                  <a:lnTo>
                    <a:pt x="159194" y="622300"/>
                  </a:lnTo>
                  <a:lnTo>
                    <a:pt x="174231" y="673100"/>
                  </a:lnTo>
                  <a:lnTo>
                    <a:pt x="190728" y="711200"/>
                  </a:lnTo>
                  <a:lnTo>
                    <a:pt x="208699" y="749300"/>
                  </a:lnTo>
                  <a:lnTo>
                    <a:pt x="229616" y="787400"/>
                  </a:lnTo>
                  <a:lnTo>
                    <a:pt x="257086" y="812800"/>
                  </a:lnTo>
                  <a:lnTo>
                    <a:pt x="289928" y="850900"/>
                  </a:lnTo>
                  <a:lnTo>
                    <a:pt x="326923" y="889000"/>
                  </a:lnTo>
                  <a:lnTo>
                    <a:pt x="366903" y="927100"/>
                  </a:lnTo>
                  <a:lnTo>
                    <a:pt x="408660" y="965200"/>
                  </a:lnTo>
                  <a:lnTo>
                    <a:pt x="451027" y="1003300"/>
                  </a:lnTo>
                  <a:lnTo>
                    <a:pt x="492785" y="1041400"/>
                  </a:lnTo>
                  <a:lnTo>
                    <a:pt x="532765" y="1066800"/>
                  </a:lnTo>
                  <a:lnTo>
                    <a:pt x="569772" y="1104900"/>
                  </a:lnTo>
                  <a:lnTo>
                    <a:pt x="602602" y="1143000"/>
                  </a:lnTo>
                  <a:lnTo>
                    <a:pt x="630072" y="1168400"/>
                  </a:lnTo>
                  <a:lnTo>
                    <a:pt x="651002" y="1193800"/>
                  </a:lnTo>
                  <a:lnTo>
                    <a:pt x="676948" y="1244600"/>
                  </a:lnTo>
                  <a:lnTo>
                    <a:pt x="692531" y="1295400"/>
                  </a:lnTo>
                  <a:lnTo>
                    <a:pt x="697712" y="1333500"/>
                  </a:lnTo>
                  <a:lnTo>
                    <a:pt x="692531" y="1371600"/>
                  </a:lnTo>
                  <a:lnTo>
                    <a:pt x="676948" y="1422400"/>
                  </a:lnTo>
                  <a:lnTo>
                    <a:pt x="651002" y="1473200"/>
                  </a:lnTo>
                  <a:lnTo>
                    <a:pt x="630072" y="1498600"/>
                  </a:lnTo>
                  <a:lnTo>
                    <a:pt x="602602" y="1524000"/>
                  </a:lnTo>
                  <a:lnTo>
                    <a:pt x="569772" y="1562100"/>
                  </a:lnTo>
                  <a:lnTo>
                    <a:pt x="532765" y="1600200"/>
                  </a:lnTo>
                  <a:lnTo>
                    <a:pt x="492785" y="1638300"/>
                  </a:lnTo>
                  <a:lnTo>
                    <a:pt x="451027" y="1676400"/>
                  </a:lnTo>
                  <a:lnTo>
                    <a:pt x="408660" y="1714500"/>
                  </a:lnTo>
                  <a:lnTo>
                    <a:pt x="366903" y="1752600"/>
                  </a:lnTo>
                  <a:lnTo>
                    <a:pt x="326923" y="1778000"/>
                  </a:lnTo>
                  <a:lnTo>
                    <a:pt x="289928" y="1816100"/>
                  </a:lnTo>
                  <a:lnTo>
                    <a:pt x="257086" y="1854200"/>
                  </a:lnTo>
                  <a:lnTo>
                    <a:pt x="229616" y="1892300"/>
                  </a:lnTo>
                  <a:lnTo>
                    <a:pt x="208699" y="1917700"/>
                  </a:lnTo>
                  <a:lnTo>
                    <a:pt x="189839" y="1955800"/>
                  </a:lnTo>
                  <a:lnTo>
                    <a:pt x="172923" y="1993900"/>
                  </a:lnTo>
                  <a:lnTo>
                    <a:pt x="157822" y="2044700"/>
                  </a:lnTo>
                  <a:lnTo>
                    <a:pt x="144449" y="2095500"/>
                  </a:lnTo>
                  <a:lnTo>
                    <a:pt x="132676" y="2146300"/>
                  </a:lnTo>
                  <a:lnTo>
                    <a:pt x="122402" y="2197100"/>
                  </a:lnTo>
                  <a:lnTo>
                    <a:pt x="113512" y="2247900"/>
                  </a:lnTo>
                  <a:lnTo>
                    <a:pt x="105905" y="2298700"/>
                  </a:lnTo>
                  <a:lnTo>
                    <a:pt x="42049" y="2298700"/>
                  </a:lnTo>
                  <a:lnTo>
                    <a:pt x="20243" y="2311400"/>
                  </a:lnTo>
                  <a:lnTo>
                    <a:pt x="5448" y="2336800"/>
                  </a:lnTo>
                  <a:lnTo>
                    <a:pt x="0" y="2362200"/>
                  </a:lnTo>
                  <a:lnTo>
                    <a:pt x="0" y="2616200"/>
                  </a:lnTo>
                  <a:lnTo>
                    <a:pt x="5448" y="2641600"/>
                  </a:lnTo>
                  <a:lnTo>
                    <a:pt x="20243" y="2654300"/>
                  </a:lnTo>
                  <a:lnTo>
                    <a:pt x="42049" y="2679700"/>
                  </a:lnTo>
                  <a:lnTo>
                    <a:pt x="1708480" y="2679700"/>
                  </a:lnTo>
                  <a:lnTo>
                    <a:pt x="1730273" y="2654300"/>
                  </a:lnTo>
                  <a:lnTo>
                    <a:pt x="1745068" y="2641600"/>
                  </a:lnTo>
                  <a:lnTo>
                    <a:pt x="1750529" y="2616200"/>
                  </a:lnTo>
                  <a:lnTo>
                    <a:pt x="1750529" y="2590800"/>
                  </a:lnTo>
                  <a:lnTo>
                    <a:pt x="1750529" y="2387600"/>
                  </a:lnTo>
                  <a:lnTo>
                    <a:pt x="1750529" y="2362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75180" y="3669251"/>
              <a:ext cx="90329" cy="1787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78295" y="3914850"/>
              <a:ext cx="90329" cy="1787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450026" y="5593422"/>
              <a:ext cx="2536190" cy="2356485"/>
            </a:xfrm>
            <a:custGeom>
              <a:avLst/>
              <a:gdLst/>
              <a:ahLst/>
              <a:cxnLst/>
              <a:rect l="l" t="t" r="r" b="b"/>
              <a:pathLst>
                <a:path w="2536190" h="2356484">
                  <a:moveTo>
                    <a:pt x="2417800" y="1451356"/>
                  </a:moveTo>
                  <a:lnTo>
                    <a:pt x="2404630" y="1422641"/>
                  </a:lnTo>
                  <a:lnTo>
                    <a:pt x="2380424" y="1402397"/>
                  </a:lnTo>
                  <a:lnTo>
                    <a:pt x="2348255" y="1394739"/>
                  </a:lnTo>
                  <a:lnTo>
                    <a:pt x="2325128" y="1398612"/>
                  </a:lnTo>
                  <a:lnTo>
                    <a:pt x="2305012" y="1409458"/>
                  </a:lnTo>
                  <a:lnTo>
                    <a:pt x="2289352" y="1426133"/>
                  </a:lnTo>
                  <a:lnTo>
                    <a:pt x="2279624" y="1447469"/>
                  </a:lnTo>
                  <a:lnTo>
                    <a:pt x="2266315" y="1492707"/>
                  </a:lnTo>
                  <a:lnTo>
                    <a:pt x="2251037" y="1537068"/>
                  </a:lnTo>
                  <a:lnTo>
                    <a:pt x="2233828" y="1580502"/>
                  </a:lnTo>
                  <a:lnTo>
                    <a:pt x="2214740" y="1622958"/>
                  </a:lnTo>
                  <a:lnTo>
                    <a:pt x="2193823" y="1664385"/>
                  </a:lnTo>
                  <a:lnTo>
                    <a:pt x="2171141" y="1704721"/>
                  </a:lnTo>
                  <a:lnTo>
                    <a:pt x="2146731" y="1743925"/>
                  </a:lnTo>
                  <a:lnTo>
                    <a:pt x="2120658" y="1781949"/>
                  </a:lnTo>
                  <a:lnTo>
                    <a:pt x="2092960" y="1818728"/>
                  </a:lnTo>
                  <a:lnTo>
                    <a:pt x="2063699" y="1854212"/>
                  </a:lnTo>
                  <a:lnTo>
                    <a:pt x="2032927" y="1888363"/>
                  </a:lnTo>
                  <a:lnTo>
                    <a:pt x="2000681" y="1921116"/>
                  </a:lnTo>
                  <a:lnTo>
                    <a:pt x="1967039" y="1952434"/>
                  </a:lnTo>
                  <a:lnTo>
                    <a:pt x="1932025" y="1982241"/>
                  </a:lnTo>
                  <a:lnTo>
                    <a:pt x="1895703" y="2010511"/>
                  </a:lnTo>
                  <a:lnTo>
                    <a:pt x="1858124" y="2037168"/>
                  </a:lnTo>
                  <a:lnTo>
                    <a:pt x="1819351" y="2062187"/>
                  </a:lnTo>
                  <a:lnTo>
                    <a:pt x="1779409" y="2085492"/>
                  </a:lnTo>
                  <a:lnTo>
                    <a:pt x="1738376" y="2107044"/>
                  </a:lnTo>
                  <a:lnTo>
                    <a:pt x="1696288" y="2126792"/>
                  </a:lnTo>
                  <a:lnTo>
                    <a:pt x="1653209" y="2144687"/>
                  </a:lnTo>
                  <a:lnTo>
                    <a:pt x="1609178" y="2160663"/>
                  </a:lnTo>
                  <a:lnTo>
                    <a:pt x="1564246" y="2174671"/>
                  </a:lnTo>
                  <a:lnTo>
                    <a:pt x="1518475" y="2186673"/>
                  </a:lnTo>
                  <a:lnTo>
                    <a:pt x="1471917" y="2196604"/>
                  </a:lnTo>
                  <a:lnTo>
                    <a:pt x="1424622" y="2204428"/>
                  </a:lnTo>
                  <a:lnTo>
                    <a:pt x="1376629" y="2210066"/>
                  </a:lnTo>
                  <a:lnTo>
                    <a:pt x="1328013" y="2213495"/>
                  </a:lnTo>
                  <a:lnTo>
                    <a:pt x="1278801" y="2214651"/>
                  </a:lnTo>
                  <a:lnTo>
                    <a:pt x="1229144" y="2213470"/>
                  </a:lnTo>
                  <a:lnTo>
                    <a:pt x="1180084" y="2209990"/>
                  </a:lnTo>
                  <a:lnTo>
                    <a:pt x="1131671" y="2204237"/>
                  </a:lnTo>
                  <a:lnTo>
                    <a:pt x="1083957" y="2196274"/>
                  </a:lnTo>
                  <a:lnTo>
                    <a:pt x="1037005" y="2186165"/>
                  </a:lnTo>
                  <a:lnTo>
                    <a:pt x="990854" y="2173948"/>
                  </a:lnTo>
                  <a:lnTo>
                    <a:pt x="945578" y="2159685"/>
                  </a:lnTo>
                  <a:lnTo>
                    <a:pt x="901204" y="2143429"/>
                  </a:lnTo>
                  <a:lnTo>
                    <a:pt x="857808" y="2125230"/>
                  </a:lnTo>
                  <a:lnTo>
                    <a:pt x="815428" y="2105152"/>
                  </a:lnTo>
                  <a:lnTo>
                    <a:pt x="774115" y="2083219"/>
                  </a:lnTo>
                  <a:lnTo>
                    <a:pt x="733933" y="2059520"/>
                  </a:lnTo>
                  <a:lnTo>
                    <a:pt x="694931" y="2034082"/>
                  </a:lnTo>
                  <a:lnTo>
                    <a:pt x="657174" y="2006968"/>
                  </a:lnTo>
                  <a:lnTo>
                    <a:pt x="620687" y="1978240"/>
                  </a:lnTo>
                  <a:lnTo>
                    <a:pt x="585546" y="1947938"/>
                  </a:lnTo>
                  <a:lnTo>
                    <a:pt x="551802" y="1916112"/>
                  </a:lnTo>
                  <a:lnTo>
                    <a:pt x="519493" y="1882825"/>
                  </a:lnTo>
                  <a:lnTo>
                    <a:pt x="488696" y="1848129"/>
                  </a:lnTo>
                  <a:lnTo>
                    <a:pt x="459447" y="1812086"/>
                  </a:lnTo>
                  <a:lnTo>
                    <a:pt x="431800" y="1774723"/>
                  </a:lnTo>
                  <a:lnTo>
                    <a:pt x="405803" y="1736115"/>
                  </a:lnTo>
                  <a:lnTo>
                    <a:pt x="381533" y="1696313"/>
                  </a:lnTo>
                  <a:lnTo>
                    <a:pt x="359016" y="1655368"/>
                  </a:lnTo>
                  <a:lnTo>
                    <a:pt x="338315" y="1613331"/>
                  </a:lnTo>
                  <a:lnTo>
                    <a:pt x="319493" y="1570253"/>
                  </a:lnTo>
                  <a:lnTo>
                    <a:pt x="302475" y="1525841"/>
                  </a:lnTo>
                  <a:lnTo>
                    <a:pt x="302679" y="1525473"/>
                  </a:lnTo>
                  <a:lnTo>
                    <a:pt x="424980" y="1499006"/>
                  </a:lnTo>
                  <a:lnTo>
                    <a:pt x="442048" y="1490116"/>
                  </a:lnTo>
                  <a:lnTo>
                    <a:pt x="451713" y="1474762"/>
                  </a:lnTo>
                  <a:lnTo>
                    <a:pt x="452793" y="1456639"/>
                  </a:lnTo>
                  <a:lnTo>
                    <a:pt x="444080" y="1439481"/>
                  </a:lnTo>
                  <a:lnTo>
                    <a:pt x="181406" y="1149845"/>
                  </a:lnTo>
                  <a:lnTo>
                    <a:pt x="165176" y="1139507"/>
                  </a:lnTo>
                  <a:lnTo>
                    <a:pt x="147040" y="1138821"/>
                  </a:lnTo>
                  <a:lnTo>
                    <a:pt x="130810" y="1146949"/>
                  </a:lnTo>
                  <a:lnTo>
                    <a:pt x="120307" y="1163078"/>
                  </a:lnTo>
                  <a:lnTo>
                    <a:pt x="838" y="1535391"/>
                  </a:lnTo>
                  <a:lnTo>
                    <a:pt x="0" y="1554619"/>
                  </a:lnTo>
                  <a:lnTo>
                    <a:pt x="8470" y="1570672"/>
                  </a:lnTo>
                  <a:lnTo>
                    <a:pt x="23634" y="1580667"/>
                  </a:lnTo>
                  <a:lnTo>
                    <a:pt x="42849" y="1581696"/>
                  </a:lnTo>
                  <a:lnTo>
                    <a:pt x="162026" y="1555902"/>
                  </a:lnTo>
                  <a:lnTo>
                    <a:pt x="162331" y="1556080"/>
                  </a:lnTo>
                  <a:lnTo>
                    <a:pt x="178981" y="1602219"/>
                  </a:lnTo>
                  <a:lnTo>
                    <a:pt x="197446" y="1647329"/>
                  </a:lnTo>
                  <a:lnTo>
                    <a:pt x="217792" y="1691627"/>
                  </a:lnTo>
                  <a:lnTo>
                    <a:pt x="239991" y="1735086"/>
                  </a:lnTo>
                  <a:lnTo>
                    <a:pt x="264033" y="1777631"/>
                  </a:lnTo>
                  <a:lnTo>
                    <a:pt x="289890" y="1819236"/>
                  </a:lnTo>
                  <a:lnTo>
                    <a:pt x="317550" y="1859838"/>
                  </a:lnTo>
                  <a:lnTo>
                    <a:pt x="346989" y="1899399"/>
                  </a:lnTo>
                  <a:lnTo>
                    <a:pt x="378180" y="1937867"/>
                  </a:lnTo>
                  <a:lnTo>
                    <a:pt x="411111" y="1975180"/>
                  </a:lnTo>
                  <a:lnTo>
                    <a:pt x="445757" y="2011299"/>
                  </a:lnTo>
                  <a:lnTo>
                    <a:pt x="481495" y="2045601"/>
                  </a:lnTo>
                  <a:lnTo>
                    <a:pt x="518401" y="2078228"/>
                  </a:lnTo>
                  <a:lnTo>
                    <a:pt x="556425" y="2109139"/>
                  </a:lnTo>
                  <a:lnTo>
                    <a:pt x="595528" y="2138337"/>
                  </a:lnTo>
                  <a:lnTo>
                    <a:pt x="635673" y="2165807"/>
                  </a:lnTo>
                  <a:lnTo>
                    <a:pt x="676783" y="2191499"/>
                  </a:lnTo>
                  <a:lnTo>
                    <a:pt x="718832" y="2215413"/>
                  </a:lnTo>
                  <a:lnTo>
                    <a:pt x="761758" y="2237536"/>
                  </a:lnTo>
                  <a:lnTo>
                    <a:pt x="805535" y="2257831"/>
                  </a:lnTo>
                  <a:lnTo>
                    <a:pt x="850087" y="2276297"/>
                  </a:lnTo>
                  <a:lnTo>
                    <a:pt x="895388" y="2292896"/>
                  </a:lnTo>
                  <a:lnTo>
                    <a:pt x="941387" y="2307615"/>
                  </a:lnTo>
                  <a:lnTo>
                    <a:pt x="988034" y="2320429"/>
                  </a:lnTo>
                  <a:lnTo>
                    <a:pt x="1035278" y="2331339"/>
                  </a:lnTo>
                  <a:lnTo>
                    <a:pt x="1083068" y="2340305"/>
                  </a:lnTo>
                  <a:lnTo>
                    <a:pt x="1131366" y="2347315"/>
                  </a:lnTo>
                  <a:lnTo>
                    <a:pt x="1180109" y="2352344"/>
                  </a:lnTo>
                  <a:lnTo>
                    <a:pt x="1229271" y="2355380"/>
                  </a:lnTo>
                  <a:lnTo>
                    <a:pt x="1278801" y="2356383"/>
                  </a:lnTo>
                  <a:lnTo>
                    <a:pt x="1328318" y="2355380"/>
                  </a:lnTo>
                  <a:lnTo>
                    <a:pt x="1377480" y="2352344"/>
                  </a:lnTo>
                  <a:lnTo>
                    <a:pt x="1426235" y="2347315"/>
                  </a:lnTo>
                  <a:lnTo>
                    <a:pt x="1474533" y="2340305"/>
                  </a:lnTo>
                  <a:lnTo>
                    <a:pt x="1522323" y="2331339"/>
                  </a:lnTo>
                  <a:lnTo>
                    <a:pt x="1569567" y="2320429"/>
                  </a:lnTo>
                  <a:lnTo>
                    <a:pt x="1616214" y="2307615"/>
                  </a:lnTo>
                  <a:lnTo>
                    <a:pt x="1662214" y="2292896"/>
                  </a:lnTo>
                  <a:lnTo>
                    <a:pt x="1707515" y="2276297"/>
                  </a:lnTo>
                  <a:lnTo>
                    <a:pt x="1752066" y="2257831"/>
                  </a:lnTo>
                  <a:lnTo>
                    <a:pt x="1795843" y="2237536"/>
                  </a:lnTo>
                  <a:lnTo>
                    <a:pt x="1838769" y="2215413"/>
                  </a:lnTo>
                  <a:lnTo>
                    <a:pt x="1880819" y="2191499"/>
                  </a:lnTo>
                  <a:lnTo>
                    <a:pt x="1921929" y="2165807"/>
                  </a:lnTo>
                  <a:lnTo>
                    <a:pt x="1962073" y="2138337"/>
                  </a:lnTo>
                  <a:lnTo>
                    <a:pt x="2001177" y="2109139"/>
                  </a:lnTo>
                  <a:lnTo>
                    <a:pt x="2039200" y="2078228"/>
                  </a:lnTo>
                  <a:lnTo>
                    <a:pt x="2076107" y="2045601"/>
                  </a:lnTo>
                  <a:lnTo>
                    <a:pt x="2111845" y="2011299"/>
                  </a:lnTo>
                  <a:lnTo>
                    <a:pt x="2148001" y="1973529"/>
                  </a:lnTo>
                  <a:lnTo>
                    <a:pt x="2182291" y="1934464"/>
                  </a:lnTo>
                  <a:lnTo>
                    <a:pt x="2214676" y="1894141"/>
                  </a:lnTo>
                  <a:lnTo>
                    <a:pt x="2245131" y="1852637"/>
                  </a:lnTo>
                  <a:lnTo>
                    <a:pt x="2273643" y="1809991"/>
                  </a:lnTo>
                  <a:lnTo>
                    <a:pt x="2300186" y="1766277"/>
                  </a:lnTo>
                  <a:lnTo>
                    <a:pt x="2324747" y="1721535"/>
                  </a:lnTo>
                  <a:lnTo>
                    <a:pt x="2347277" y="1675828"/>
                  </a:lnTo>
                  <a:lnTo>
                    <a:pt x="2367788" y="1629206"/>
                  </a:lnTo>
                  <a:lnTo>
                    <a:pt x="2386228" y="1581734"/>
                  </a:lnTo>
                  <a:lnTo>
                    <a:pt x="2402586" y="1533474"/>
                  </a:lnTo>
                  <a:lnTo>
                    <a:pt x="2416835" y="1484464"/>
                  </a:lnTo>
                  <a:lnTo>
                    <a:pt x="2417800" y="1451356"/>
                  </a:lnTo>
                  <a:close/>
                </a:path>
                <a:path w="2536190" h="2356484">
                  <a:moveTo>
                    <a:pt x="2535593" y="756577"/>
                  </a:moveTo>
                  <a:lnTo>
                    <a:pt x="2534678" y="737362"/>
                  </a:lnTo>
                  <a:lnTo>
                    <a:pt x="2524785" y="722147"/>
                  </a:lnTo>
                  <a:lnTo>
                    <a:pt x="2508783" y="713574"/>
                  </a:lnTo>
                  <a:lnTo>
                    <a:pt x="2489555" y="714298"/>
                  </a:lnTo>
                  <a:lnTo>
                    <a:pt x="2377084" y="749655"/>
                  </a:lnTo>
                  <a:lnTo>
                    <a:pt x="2376754" y="749503"/>
                  </a:lnTo>
                  <a:lnTo>
                    <a:pt x="2357856" y="703872"/>
                  </a:lnTo>
                  <a:lnTo>
                    <a:pt x="2337143" y="659345"/>
                  </a:lnTo>
                  <a:lnTo>
                    <a:pt x="2314562" y="615696"/>
                  </a:lnTo>
                  <a:lnTo>
                    <a:pt x="2290102" y="572960"/>
                  </a:lnTo>
                  <a:lnTo>
                    <a:pt x="2263813" y="531190"/>
                  </a:lnTo>
                  <a:lnTo>
                    <a:pt x="2235708" y="490448"/>
                  </a:lnTo>
                  <a:lnTo>
                    <a:pt x="2205786" y="450773"/>
                  </a:lnTo>
                  <a:lnTo>
                    <a:pt x="2174100" y="412216"/>
                  </a:lnTo>
                  <a:lnTo>
                    <a:pt x="2140635" y="374840"/>
                  </a:lnTo>
                  <a:lnTo>
                    <a:pt x="2106180" y="339445"/>
                  </a:lnTo>
                  <a:lnTo>
                    <a:pt x="2070404" y="305663"/>
                  </a:lnTo>
                  <a:lnTo>
                    <a:pt x="2033384" y="273507"/>
                  </a:lnTo>
                  <a:lnTo>
                    <a:pt x="1995170" y="243014"/>
                  </a:lnTo>
                  <a:lnTo>
                    <a:pt x="1955812" y="214198"/>
                  </a:lnTo>
                  <a:lnTo>
                    <a:pt x="1915388" y="187083"/>
                  </a:lnTo>
                  <a:lnTo>
                    <a:pt x="1873935" y="161696"/>
                  </a:lnTo>
                  <a:lnTo>
                    <a:pt x="1831543" y="138074"/>
                  </a:lnTo>
                  <a:lnTo>
                    <a:pt x="1788248" y="116217"/>
                  </a:lnTo>
                  <a:lnTo>
                    <a:pt x="1744129" y="96164"/>
                  </a:lnTo>
                  <a:lnTo>
                    <a:pt x="1699221" y="77939"/>
                  </a:lnTo>
                  <a:lnTo>
                    <a:pt x="1653603" y="61556"/>
                  </a:lnTo>
                  <a:lnTo>
                    <a:pt x="1607324" y="47053"/>
                  </a:lnTo>
                  <a:lnTo>
                    <a:pt x="1560449" y="34455"/>
                  </a:lnTo>
                  <a:lnTo>
                    <a:pt x="1513039" y="23761"/>
                  </a:lnTo>
                  <a:lnTo>
                    <a:pt x="1465148" y="15024"/>
                  </a:lnTo>
                  <a:lnTo>
                    <a:pt x="1416850" y="8255"/>
                  </a:lnTo>
                  <a:lnTo>
                    <a:pt x="1368183" y="3479"/>
                  </a:lnTo>
                  <a:lnTo>
                    <a:pt x="1319225" y="711"/>
                  </a:lnTo>
                  <a:lnTo>
                    <a:pt x="1270025" y="0"/>
                  </a:lnTo>
                  <a:lnTo>
                    <a:pt x="1220647" y="1346"/>
                  </a:lnTo>
                  <a:lnTo>
                    <a:pt x="1169174" y="4940"/>
                  </a:lnTo>
                  <a:lnTo>
                    <a:pt x="1118171" y="10731"/>
                  </a:lnTo>
                  <a:lnTo>
                    <a:pt x="1067676" y="18694"/>
                  </a:lnTo>
                  <a:lnTo>
                    <a:pt x="1017765" y="28790"/>
                  </a:lnTo>
                  <a:lnTo>
                    <a:pt x="968476" y="41021"/>
                  </a:lnTo>
                  <a:lnTo>
                    <a:pt x="919861" y="55346"/>
                  </a:lnTo>
                  <a:lnTo>
                    <a:pt x="871982" y="71755"/>
                  </a:lnTo>
                  <a:lnTo>
                    <a:pt x="824890" y="90208"/>
                  </a:lnTo>
                  <a:lnTo>
                    <a:pt x="778649" y="110705"/>
                  </a:lnTo>
                  <a:lnTo>
                    <a:pt x="733310" y="133197"/>
                  </a:lnTo>
                  <a:lnTo>
                    <a:pt x="688924" y="157683"/>
                  </a:lnTo>
                  <a:lnTo>
                    <a:pt x="645553" y="184137"/>
                  </a:lnTo>
                  <a:lnTo>
                    <a:pt x="603237" y="212521"/>
                  </a:lnTo>
                  <a:lnTo>
                    <a:pt x="562051" y="242836"/>
                  </a:lnTo>
                  <a:lnTo>
                    <a:pt x="522046" y="275031"/>
                  </a:lnTo>
                  <a:lnTo>
                    <a:pt x="483260" y="309105"/>
                  </a:lnTo>
                  <a:lnTo>
                    <a:pt x="445757" y="345033"/>
                  </a:lnTo>
                  <a:lnTo>
                    <a:pt x="409295" y="383120"/>
                  </a:lnTo>
                  <a:lnTo>
                    <a:pt x="374751" y="422529"/>
                  </a:lnTo>
                  <a:lnTo>
                    <a:pt x="342138" y="463207"/>
                  </a:lnTo>
                  <a:lnTo>
                    <a:pt x="311467" y="505091"/>
                  </a:lnTo>
                  <a:lnTo>
                    <a:pt x="282790" y="548132"/>
                  </a:lnTo>
                  <a:lnTo>
                    <a:pt x="256108" y="592264"/>
                  </a:lnTo>
                  <a:lnTo>
                    <a:pt x="231444" y="637438"/>
                  </a:lnTo>
                  <a:lnTo>
                    <a:pt x="208838" y="683577"/>
                  </a:lnTo>
                  <a:lnTo>
                    <a:pt x="188302" y="730643"/>
                  </a:lnTo>
                  <a:lnTo>
                    <a:pt x="169862" y="778586"/>
                  </a:lnTo>
                  <a:lnTo>
                    <a:pt x="153555" y="827316"/>
                  </a:lnTo>
                  <a:lnTo>
                    <a:pt x="151472" y="860933"/>
                  </a:lnTo>
                  <a:lnTo>
                    <a:pt x="164299" y="890371"/>
                  </a:lnTo>
                  <a:lnTo>
                    <a:pt x="188734" y="911275"/>
                  </a:lnTo>
                  <a:lnTo>
                    <a:pt x="221500" y="919213"/>
                  </a:lnTo>
                  <a:lnTo>
                    <a:pt x="244017" y="915581"/>
                  </a:lnTo>
                  <a:lnTo>
                    <a:pt x="263690" y="905370"/>
                  </a:lnTo>
                  <a:lnTo>
                    <a:pt x="279273" y="889584"/>
                  </a:lnTo>
                  <a:lnTo>
                    <a:pt x="289420" y="869251"/>
                  </a:lnTo>
                  <a:lnTo>
                    <a:pt x="304533" y="824585"/>
                  </a:lnTo>
                  <a:lnTo>
                    <a:pt x="321589" y="780834"/>
                  </a:lnTo>
                  <a:lnTo>
                    <a:pt x="340550" y="738073"/>
                  </a:lnTo>
                  <a:lnTo>
                    <a:pt x="361353" y="696353"/>
                  </a:lnTo>
                  <a:lnTo>
                    <a:pt x="383959" y="655713"/>
                  </a:lnTo>
                  <a:lnTo>
                    <a:pt x="408305" y="616216"/>
                  </a:lnTo>
                  <a:lnTo>
                    <a:pt x="434352" y="577913"/>
                  </a:lnTo>
                  <a:lnTo>
                    <a:pt x="462026" y="540842"/>
                  </a:lnTo>
                  <a:lnTo>
                    <a:pt x="491286" y="505079"/>
                  </a:lnTo>
                  <a:lnTo>
                    <a:pt x="522071" y="470662"/>
                  </a:lnTo>
                  <a:lnTo>
                    <a:pt x="554355" y="437654"/>
                  </a:lnTo>
                  <a:lnTo>
                    <a:pt x="588048" y="406095"/>
                  </a:lnTo>
                  <a:lnTo>
                    <a:pt x="623138" y="376034"/>
                  </a:lnTo>
                  <a:lnTo>
                    <a:pt x="659536" y="347548"/>
                  </a:lnTo>
                  <a:lnTo>
                    <a:pt x="697204" y="320662"/>
                  </a:lnTo>
                  <a:lnTo>
                    <a:pt x="736104" y="295440"/>
                  </a:lnTo>
                  <a:lnTo>
                    <a:pt x="776160" y="271945"/>
                  </a:lnTo>
                  <a:lnTo>
                    <a:pt x="817333" y="250202"/>
                  </a:lnTo>
                  <a:lnTo>
                    <a:pt x="859574" y="230289"/>
                  </a:lnTo>
                  <a:lnTo>
                    <a:pt x="902817" y="212255"/>
                  </a:lnTo>
                  <a:lnTo>
                    <a:pt x="947013" y="196138"/>
                  </a:lnTo>
                  <a:lnTo>
                    <a:pt x="992111" y="182003"/>
                  </a:lnTo>
                  <a:lnTo>
                    <a:pt x="1038072" y="169900"/>
                  </a:lnTo>
                  <a:lnTo>
                    <a:pt x="1084834" y="159880"/>
                  </a:lnTo>
                  <a:lnTo>
                    <a:pt x="1132332" y="151993"/>
                  </a:lnTo>
                  <a:lnTo>
                    <a:pt x="1180528" y="146304"/>
                  </a:lnTo>
                  <a:lnTo>
                    <a:pt x="1229372" y="142849"/>
                  </a:lnTo>
                  <a:lnTo>
                    <a:pt x="1278801" y="141681"/>
                  </a:lnTo>
                  <a:lnTo>
                    <a:pt x="1328712" y="142862"/>
                  </a:lnTo>
                  <a:lnTo>
                    <a:pt x="1378013" y="146392"/>
                  </a:lnTo>
                  <a:lnTo>
                    <a:pt x="1426667" y="152196"/>
                  </a:lnTo>
                  <a:lnTo>
                    <a:pt x="1474609" y="160235"/>
                  </a:lnTo>
                  <a:lnTo>
                    <a:pt x="1521790" y="170459"/>
                  </a:lnTo>
                  <a:lnTo>
                    <a:pt x="1568145" y="182791"/>
                  </a:lnTo>
                  <a:lnTo>
                    <a:pt x="1613623" y="197192"/>
                  </a:lnTo>
                  <a:lnTo>
                    <a:pt x="1658188" y="213614"/>
                  </a:lnTo>
                  <a:lnTo>
                    <a:pt x="1701761" y="231990"/>
                  </a:lnTo>
                  <a:lnTo>
                    <a:pt x="1744306" y="252272"/>
                  </a:lnTo>
                  <a:lnTo>
                    <a:pt x="1785772" y="274408"/>
                  </a:lnTo>
                  <a:lnTo>
                    <a:pt x="1826082" y="298335"/>
                  </a:lnTo>
                  <a:lnTo>
                    <a:pt x="1865198" y="324015"/>
                  </a:lnTo>
                  <a:lnTo>
                    <a:pt x="1903069" y="351383"/>
                  </a:lnTo>
                  <a:lnTo>
                    <a:pt x="1939632" y="380390"/>
                  </a:lnTo>
                  <a:lnTo>
                    <a:pt x="1974850" y="410972"/>
                  </a:lnTo>
                  <a:lnTo>
                    <a:pt x="2008644" y="443077"/>
                  </a:lnTo>
                  <a:lnTo>
                    <a:pt x="2040978" y="476669"/>
                  </a:lnTo>
                  <a:lnTo>
                    <a:pt x="2071789" y="511670"/>
                  </a:lnTo>
                  <a:lnTo>
                    <a:pt x="2101037" y="548043"/>
                  </a:lnTo>
                  <a:lnTo>
                    <a:pt x="2128647" y="585724"/>
                  </a:lnTo>
                  <a:lnTo>
                    <a:pt x="2154580" y="624674"/>
                  </a:lnTo>
                  <a:lnTo>
                    <a:pt x="2178774" y="664819"/>
                  </a:lnTo>
                  <a:lnTo>
                    <a:pt x="2201189" y="706107"/>
                  </a:lnTo>
                  <a:lnTo>
                    <a:pt x="2221763" y="748499"/>
                  </a:lnTo>
                  <a:lnTo>
                    <a:pt x="2240559" y="792264"/>
                  </a:lnTo>
                  <a:lnTo>
                    <a:pt x="2240381" y="792632"/>
                  </a:lnTo>
                  <a:lnTo>
                    <a:pt x="2113496" y="832523"/>
                  </a:lnTo>
                  <a:lnTo>
                    <a:pt x="2097303" y="842924"/>
                  </a:lnTo>
                  <a:lnTo>
                    <a:pt x="2089086" y="859104"/>
                  </a:lnTo>
                  <a:lnTo>
                    <a:pt x="2089670" y="877252"/>
                  </a:lnTo>
                  <a:lnTo>
                    <a:pt x="2099906" y="893546"/>
                  </a:lnTo>
                  <a:lnTo>
                    <a:pt x="2390305" y="1160157"/>
                  </a:lnTo>
                  <a:lnTo>
                    <a:pt x="2407412" y="1168958"/>
                  </a:lnTo>
                  <a:lnTo>
                    <a:pt x="2425535" y="1167993"/>
                  </a:lnTo>
                  <a:lnTo>
                    <a:pt x="2440952" y="1158417"/>
                  </a:lnTo>
                  <a:lnTo>
                    <a:pt x="2449931" y="1141399"/>
                  </a:lnTo>
                  <a:lnTo>
                    <a:pt x="2535593" y="756577"/>
                  </a:lnTo>
                  <a:close/>
                </a:path>
              </a:pathLst>
            </a:custGeom>
            <a:solidFill>
              <a:srgbClr val="1C1C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634433" y="-56526"/>
            <a:ext cx="5391785" cy="588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00" spc="175" dirty="0">
                <a:latin typeface="Times New Roman"/>
                <a:cs typeface="Times New Roman"/>
              </a:rPr>
              <a:t>Classification</a:t>
            </a:r>
            <a:r>
              <a:rPr sz="3700" spc="-45" dirty="0">
                <a:latin typeface="Times New Roman"/>
                <a:cs typeface="Times New Roman"/>
              </a:rPr>
              <a:t> </a:t>
            </a:r>
            <a:r>
              <a:rPr sz="3700" spc="260" dirty="0">
                <a:latin typeface="Times New Roman"/>
                <a:cs typeface="Times New Roman"/>
              </a:rPr>
              <a:t>supervisée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53445" y="1205175"/>
            <a:ext cx="115379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spc="-10" dirty="0">
                <a:solidFill>
                  <a:srgbClr val="EBD9A7"/>
                </a:solidFill>
                <a:latin typeface="Trebuchet MS"/>
                <a:cs typeface="Trebuchet MS"/>
              </a:rPr>
              <a:t>PRINCIPE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66654" y="900494"/>
            <a:ext cx="7727950" cy="55244"/>
          </a:xfrm>
          <a:custGeom>
            <a:avLst/>
            <a:gdLst/>
            <a:ahLst/>
            <a:cxnLst/>
            <a:rect l="l" t="t" r="r" b="b"/>
            <a:pathLst>
              <a:path w="7727950" h="55244">
                <a:moveTo>
                  <a:pt x="7727880" y="54752"/>
                </a:moveTo>
                <a:lnTo>
                  <a:pt x="0" y="54752"/>
                </a:lnTo>
                <a:lnTo>
                  <a:pt x="0" y="0"/>
                </a:lnTo>
                <a:lnTo>
                  <a:pt x="7727880" y="0"/>
                </a:lnTo>
                <a:lnTo>
                  <a:pt x="7727880" y="54752"/>
                </a:lnTo>
                <a:close/>
              </a:path>
            </a:pathLst>
          </a:custGeom>
          <a:solidFill>
            <a:srgbClr val="A18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57640" y="2425952"/>
            <a:ext cx="7349490" cy="5232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0" dirty="0">
                <a:latin typeface="Arial Black"/>
                <a:cs typeface="Arial Black"/>
              </a:rPr>
              <a:t>Ensemble</a:t>
            </a:r>
            <a:r>
              <a:rPr sz="1350" spc="-60" dirty="0">
                <a:latin typeface="Arial Black"/>
                <a:cs typeface="Arial Black"/>
              </a:rPr>
              <a:t> </a:t>
            </a:r>
            <a:r>
              <a:rPr sz="1350" spc="-55" dirty="0">
                <a:latin typeface="Arial Black"/>
                <a:cs typeface="Arial Black"/>
              </a:rPr>
              <a:t>d'entraînement</a:t>
            </a:r>
            <a:r>
              <a:rPr sz="1350" spc="-60" dirty="0">
                <a:latin typeface="Arial Black"/>
                <a:cs typeface="Arial Black"/>
              </a:rPr>
              <a:t> </a:t>
            </a:r>
            <a:r>
              <a:rPr sz="1350" spc="-45" dirty="0">
                <a:latin typeface="Arial Black"/>
                <a:cs typeface="Arial Black"/>
              </a:rPr>
              <a:t>(train</a:t>
            </a:r>
            <a:r>
              <a:rPr sz="1350" spc="-60" dirty="0">
                <a:latin typeface="Arial Black"/>
                <a:cs typeface="Arial Black"/>
              </a:rPr>
              <a:t> </a:t>
            </a:r>
            <a:r>
              <a:rPr sz="1350" spc="-85" dirty="0">
                <a:latin typeface="Arial Black"/>
                <a:cs typeface="Arial Black"/>
              </a:rPr>
              <a:t>dataset)</a:t>
            </a:r>
            <a:r>
              <a:rPr sz="1350" spc="-55" dirty="0">
                <a:latin typeface="Arial Black"/>
                <a:cs typeface="Arial Black"/>
              </a:rPr>
              <a:t> </a:t>
            </a:r>
            <a:r>
              <a:rPr sz="1350" spc="-50" dirty="0">
                <a:latin typeface="Arial Black"/>
                <a:cs typeface="Arial Black"/>
              </a:rPr>
              <a:t>:</a:t>
            </a:r>
            <a:endParaRPr sz="135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350">
              <a:latin typeface="Arial Black"/>
              <a:cs typeface="Arial Black"/>
            </a:endParaRPr>
          </a:p>
          <a:p>
            <a:pPr marL="190500">
              <a:lnSpc>
                <a:spcPct val="100000"/>
              </a:lnSpc>
            </a:pPr>
            <a:r>
              <a:rPr sz="1350" spc="-75" dirty="0">
                <a:latin typeface="Arial Black"/>
                <a:cs typeface="Arial Black"/>
              </a:rPr>
              <a:t>Objectif</a:t>
            </a:r>
            <a:r>
              <a:rPr sz="1350" spc="-65" dirty="0">
                <a:latin typeface="Arial Black"/>
                <a:cs typeface="Arial Black"/>
              </a:rPr>
              <a:t> </a:t>
            </a:r>
            <a:r>
              <a:rPr sz="1350" spc="-75" dirty="0">
                <a:latin typeface="Arial Black"/>
                <a:cs typeface="Arial Black"/>
              </a:rPr>
              <a:t>:</a:t>
            </a:r>
            <a:r>
              <a:rPr sz="1350" spc="-65" dirty="0">
                <a:latin typeface="Arial Black"/>
                <a:cs typeface="Arial Black"/>
              </a:rPr>
              <a:t> </a:t>
            </a:r>
            <a:r>
              <a:rPr sz="1350" spc="-35" dirty="0">
                <a:latin typeface="Trebuchet MS"/>
                <a:cs typeface="Trebuchet MS"/>
              </a:rPr>
              <a:t>Utilisé</a:t>
            </a:r>
            <a:r>
              <a:rPr sz="1350" spc="-2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pour</a:t>
            </a:r>
            <a:r>
              <a:rPr sz="1350" spc="-20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entraîner</a:t>
            </a:r>
            <a:r>
              <a:rPr sz="1350" spc="-25" dirty="0">
                <a:latin typeface="Trebuchet MS"/>
                <a:cs typeface="Trebuchet MS"/>
              </a:rPr>
              <a:t> </a:t>
            </a:r>
            <a:r>
              <a:rPr sz="1350" spc="-60" dirty="0">
                <a:latin typeface="Trebuchet MS"/>
                <a:cs typeface="Trebuchet MS"/>
              </a:rPr>
              <a:t>le</a:t>
            </a:r>
            <a:r>
              <a:rPr sz="1350" spc="-20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modèle.</a:t>
            </a:r>
            <a:endParaRPr sz="1350">
              <a:latin typeface="Trebuchet MS"/>
              <a:cs typeface="Trebuchet MS"/>
            </a:endParaRPr>
          </a:p>
          <a:p>
            <a:pPr marL="190500">
              <a:lnSpc>
                <a:spcPct val="100000"/>
              </a:lnSpc>
              <a:spcBef>
                <a:spcPts val="254"/>
              </a:spcBef>
            </a:pPr>
            <a:r>
              <a:rPr sz="1350" spc="-75" dirty="0">
                <a:latin typeface="Arial Black"/>
                <a:cs typeface="Arial Black"/>
              </a:rPr>
              <a:t>Contenu</a:t>
            </a:r>
            <a:r>
              <a:rPr sz="1350" spc="-40" dirty="0">
                <a:latin typeface="Arial Black"/>
                <a:cs typeface="Arial Black"/>
              </a:rPr>
              <a:t> </a:t>
            </a:r>
            <a:r>
              <a:rPr sz="1350" spc="-75" dirty="0">
                <a:latin typeface="Arial Black"/>
                <a:cs typeface="Arial Black"/>
              </a:rPr>
              <a:t>:</a:t>
            </a:r>
            <a:r>
              <a:rPr sz="1350" spc="-40" dirty="0">
                <a:latin typeface="Arial Black"/>
                <a:cs typeface="Arial Black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Contient</a:t>
            </a:r>
            <a:r>
              <a:rPr sz="1350" spc="5" dirty="0">
                <a:latin typeface="Trebuchet MS"/>
                <a:cs typeface="Trebuchet MS"/>
              </a:rPr>
              <a:t> </a:t>
            </a:r>
            <a:r>
              <a:rPr sz="1350" spc="-60" dirty="0">
                <a:latin typeface="Trebuchet MS"/>
                <a:cs typeface="Trebuchet MS"/>
              </a:rPr>
              <a:t>la</a:t>
            </a:r>
            <a:r>
              <a:rPr sz="1350" spc="5" dirty="0">
                <a:latin typeface="Trebuchet MS"/>
                <a:cs typeface="Trebuchet MS"/>
              </a:rPr>
              <a:t> </a:t>
            </a:r>
            <a:r>
              <a:rPr sz="1350" spc="-35" dirty="0">
                <a:latin typeface="Trebuchet MS"/>
                <a:cs typeface="Trebuchet MS"/>
              </a:rPr>
              <a:t>majorité</a:t>
            </a:r>
            <a:r>
              <a:rPr sz="1350" dirty="0">
                <a:latin typeface="Trebuchet MS"/>
                <a:cs typeface="Trebuchet MS"/>
              </a:rPr>
              <a:t> des</a:t>
            </a:r>
            <a:r>
              <a:rPr sz="1350" spc="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données </a:t>
            </a:r>
            <a:r>
              <a:rPr sz="1350" spc="-10" dirty="0">
                <a:latin typeface="Trebuchet MS"/>
                <a:cs typeface="Trebuchet MS"/>
              </a:rPr>
              <a:t>disponibles.</a:t>
            </a:r>
            <a:endParaRPr sz="1350">
              <a:latin typeface="Trebuchet MS"/>
              <a:cs typeface="Trebuchet MS"/>
            </a:endParaRPr>
          </a:p>
          <a:p>
            <a:pPr marL="12700" marR="140970" indent="177800">
              <a:lnSpc>
                <a:spcPct val="115700"/>
              </a:lnSpc>
            </a:pPr>
            <a:r>
              <a:rPr sz="1350" spc="-75" dirty="0">
                <a:latin typeface="Arial Black"/>
                <a:cs typeface="Arial Black"/>
              </a:rPr>
              <a:t>Fonctionnement</a:t>
            </a:r>
            <a:r>
              <a:rPr sz="1350" spc="-30" dirty="0">
                <a:latin typeface="Arial Black"/>
                <a:cs typeface="Arial Black"/>
              </a:rPr>
              <a:t> </a:t>
            </a:r>
            <a:r>
              <a:rPr sz="1350" spc="-75" dirty="0">
                <a:latin typeface="Arial Black"/>
                <a:cs typeface="Arial Black"/>
              </a:rPr>
              <a:t>:</a:t>
            </a:r>
            <a:r>
              <a:rPr sz="1350" spc="-25" dirty="0">
                <a:latin typeface="Arial Black"/>
                <a:cs typeface="Arial Black"/>
              </a:rPr>
              <a:t> </a:t>
            </a:r>
            <a:r>
              <a:rPr sz="1350" dirty="0">
                <a:latin typeface="Trebuchet MS"/>
                <a:cs typeface="Trebuchet MS"/>
              </a:rPr>
              <a:t>Le</a:t>
            </a:r>
            <a:r>
              <a:rPr sz="1350" spc="1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modèle</a:t>
            </a:r>
            <a:r>
              <a:rPr sz="1350" spc="1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apprend</a:t>
            </a:r>
            <a:r>
              <a:rPr sz="1350" spc="1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à</a:t>
            </a:r>
            <a:r>
              <a:rPr sz="1350" spc="15" dirty="0">
                <a:latin typeface="Trebuchet MS"/>
                <a:cs typeface="Trebuchet MS"/>
              </a:rPr>
              <a:t> </a:t>
            </a:r>
            <a:r>
              <a:rPr sz="1350" spc="-25" dirty="0">
                <a:latin typeface="Trebuchet MS"/>
                <a:cs typeface="Trebuchet MS"/>
              </a:rPr>
              <a:t>partir</a:t>
            </a:r>
            <a:r>
              <a:rPr sz="1350" spc="1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de</a:t>
            </a:r>
            <a:r>
              <a:rPr sz="1350" spc="1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ces</a:t>
            </a:r>
            <a:r>
              <a:rPr sz="1350" spc="1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données</a:t>
            </a:r>
            <a:r>
              <a:rPr sz="1350" spc="1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en</a:t>
            </a:r>
            <a:r>
              <a:rPr sz="1350" spc="15" dirty="0">
                <a:latin typeface="Trebuchet MS"/>
                <a:cs typeface="Trebuchet MS"/>
              </a:rPr>
              <a:t> </a:t>
            </a:r>
            <a:r>
              <a:rPr sz="1350" spc="-30" dirty="0">
                <a:latin typeface="Trebuchet MS"/>
                <a:cs typeface="Trebuchet MS"/>
              </a:rPr>
              <a:t>ajustant</a:t>
            </a:r>
            <a:r>
              <a:rPr sz="1350" spc="1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ses</a:t>
            </a:r>
            <a:r>
              <a:rPr sz="1350" spc="1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poids</a:t>
            </a:r>
            <a:r>
              <a:rPr sz="1350" spc="15" dirty="0">
                <a:latin typeface="Trebuchet MS"/>
                <a:cs typeface="Trebuchet MS"/>
              </a:rPr>
              <a:t> </a:t>
            </a:r>
            <a:r>
              <a:rPr sz="1350" spc="-20" dirty="0">
                <a:latin typeface="Trebuchet MS"/>
                <a:cs typeface="Trebuchet MS"/>
              </a:rPr>
              <a:t>pour </a:t>
            </a:r>
            <a:r>
              <a:rPr sz="1350" spc="-10" dirty="0">
                <a:latin typeface="Trebuchet MS"/>
                <a:cs typeface="Trebuchet MS"/>
              </a:rPr>
              <a:t>minimiser</a:t>
            </a:r>
            <a:r>
              <a:rPr sz="1350" spc="-40" dirty="0">
                <a:latin typeface="Trebuchet MS"/>
                <a:cs typeface="Trebuchet MS"/>
              </a:rPr>
              <a:t> </a:t>
            </a:r>
            <a:r>
              <a:rPr sz="1350" spc="-60" dirty="0">
                <a:latin typeface="Trebuchet MS"/>
                <a:cs typeface="Trebuchet MS"/>
              </a:rPr>
              <a:t>la</a:t>
            </a:r>
            <a:r>
              <a:rPr sz="1350" spc="-40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fonction</a:t>
            </a:r>
            <a:r>
              <a:rPr sz="1350" spc="-4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de</a:t>
            </a:r>
            <a:r>
              <a:rPr sz="1350" spc="-40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perte.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350" spc="-100" dirty="0">
                <a:latin typeface="Arial Black"/>
                <a:cs typeface="Arial Black"/>
              </a:rPr>
              <a:t>Ensemble</a:t>
            </a:r>
            <a:r>
              <a:rPr sz="1350" spc="-55" dirty="0">
                <a:latin typeface="Arial Black"/>
                <a:cs typeface="Arial Black"/>
              </a:rPr>
              <a:t> </a:t>
            </a:r>
            <a:r>
              <a:rPr sz="1350" spc="-85" dirty="0">
                <a:latin typeface="Arial Black"/>
                <a:cs typeface="Arial Black"/>
              </a:rPr>
              <a:t>de</a:t>
            </a:r>
            <a:r>
              <a:rPr sz="1350" spc="-55" dirty="0">
                <a:latin typeface="Arial Black"/>
                <a:cs typeface="Arial Black"/>
              </a:rPr>
              <a:t> </a:t>
            </a:r>
            <a:r>
              <a:rPr sz="1350" spc="-65" dirty="0">
                <a:latin typeface="Arial Black"/>
                <a:cs typeface="Arial Black"/>
              </a:rPr>
              <a:t>validation</a:t>
            </a:r>
            <a:r>
              <a:rPr sz="1350" spc="-55" dirty="0">
                <a:latin typeface="Arial Black"/>
                <a:cs typeface="Arial Black"/>
              </a:rPr>
              <a:t> </a:t>
            </a:r>
            <a:r>
              <a:rPr sz="1350" spc="-65" dirty="0">
                <a:latin typeface="Arial Black"/>
                <a:cs typeface="Arial Black"/>
              </a:rPr>
              <a:t>(validation</a:t>
            </a:r>
            <a:r>
              <a:rPr sz="1350" spc="-50" dirty="0">
                <a:latin typeface="Arial Black"/>
                <a:cs typeface="Arial Black"/>
              </a:rPr>
              <a:t> </a:t>
            </a:r>
            <a:r>
              <a:rPr sz="1350" spc="-85" dirty="0">
                <a:latin typeface="Arial Black"/>
                <a:cs typeface="Arial Black"/>
              </a:rPr>
              <a:t>dataset)</a:t>
            </a:r>
            <a:r>
              <a:rPr sz="1350" spc="-55" dirty="0">
                <a:latin typeface="Arial Black"/>
                <a:cs typeface="Arial Black"/>
              </a:rPr>
              <a:t> </a:t>
            </a:r>
            <a:r>
              <a:rPr sz="1350" spc="-50" dirty="0">
                <a:latin typeface="Arial Black"/>
                <a:cs typeface="Arial Black"/>
              </a:rPr>
              <a:t>:</a:t>
            </a:r>
            <a:endParaRPr sz="135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350">
              <a:latin typeface="Arial Black"/>
              <a:cs typeface="Arial Black"/>
            </a:endParaRPr>
          </a:p>
          <a:p>
            <a:pPr marL="190500">
              <a:lnSpc>
                <a:spcPct val="100000"/>
              </a:lnSpc>
            </a:pPr>
            <a:r>
              <a:rPr sz="1350" spc="-75" dirty="0">
                <a:latin typeface="Arial Black"/>
                <a:cs typeface="Arial Black"/>
              </a:rPr>
              <a:t>Objectif</a:t>
            </a:r>
            <a:r>
              <a:rPr sz="1350" spc="-45" dirty="0">
                <a:latin typeface="Arial Black"/>
                <a:cs typeface="Arial Black"/>
              </a:rPr>
              <a:t> </a:t>
            </a:r>
            <a:r>
              <a:rPr sz="1350" spc="-75" dirty="0">
                <a:latin typeface="Arial Black"/>
                <a:cs typeface="Arial Black"/>
              </a:rPr>
              <a:t>:</a:t>
            </a:r>
            <a:r>
              <a:rPr sz="1350" spc="-40" dirty="0">
                <a:latin typeface="Arial Black"/>
                <a:cs typeface="Arial Black"/>
              </a:rPr>
              <a:t> </a:t>
            </a:r>
            <a:r>
              <a:rPr sz="1350" spc="-35" dirty="0">
                <a:latin typeface="Trebuchet MS"/>
                <a:cs typeface="Trebuchet MS"/>
              </a:rPr>
              <a:t>Utilisé</a:t>
            </a:r>
            <a:r>
              <a:rPr sz="1350" spc="-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pour </a:t>
            </a:r>
            <a:r>
              <a:rPr sz="1350" spc="-20" dirty="0">
                <a:latin typeface="Trebuchet MS"/>
                <a:cs typeface="Trebuchet MS"/>
              </a:rPr>
              <a:t>évaluer</a:t>
            </a:r>
            <a:r>
              <a:rPr sz="1350" spc="-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les performances du</a:t>
            </a:r>
            <a:r>
              <a:rPr sz="1350" spc="-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modèle pendant </a:t>
            </a:r>
            <a:r>
              <a:rPr sz="1350" spc="-10" dirty="0">
                <a:latin typeface="Trebuchet MS"/>
                <a:cs typeface="Trebuchet MS"/>
              </a:rPr>
              <a:t>l'entraînement.</a:t>
            </a:r>
            <a:endParaRPr sz="1350">
              <a:latin typeface="Trebuchet MS"/>
              <a:cs typeface="Trebuchet MS"/>
            </a:endParaRPr>
          </a:p>
          <a:p>
            <a:pPr marL="190500">
              <a:lnSpc>
                <a:spcPct val="100000"/>
              </a:lnSpc>
              <a:spcBef>
                <a:spcPts val="254"/>
              </a:spcBef>
            </a:pPr>
            <a:r>
              <a:rPr sz="1350" spc="-75" dirty="0">
                <a:latin typeface="Arial Black"/>
                <a:cs typeface="Arial Black"/>
              </a:rPr>
              <a:t>Contenu</a:t>
            </a:r>
            <a:r>
              <a:rPr sz="1350" spc="-25" dirty="0">
                <a:latin typeface="Arial Black"/>
                <a:cs typeface="Arial Black"/>
              </a:rPr>
              <a:t> </a:t>
            </a:r>
            <a:r>
              <a:rPr sz="1350" spc="-75" dirty="0">
                <a:latin typeface="Arial Black"/>
                <a:cs typeface="Arial Black"/>
              </a:rPr>
              <a:t>:</a:t>
            </a:r>
            <a:r>
              <a:rPr sz="1350" spc="-20" dirty="0">
                <a:latin typeface="Arial Black"/>
                <a:cs typeface="Arial Black"/>
              </a:rPr>
              <a:t> </a:t>
            </a:r>
            <a:r>
              <a:rPr sz="1350" dirty="0">
                <a:latin typeface="Trebuchet MS"/>
                <a:cs typeface="Trebuchet MS"/>
              </a:rPr>
              <a:t>Séparé</a:t>
            </a:r>
            <a:r>
              <a:rPr sz="1350" spc="1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de</a:t>
            </a:r>
            <a:r>
              <a:rPr sz="1350" spc="2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l'ensemble</a:t>
            </a:r>
            <a:r>
              <a:rPr sz="1350" spc="20" dirty="0">
                <a:latin typeface="Trebuchet MS"/>
                <a:cs typeface="Trebuchet MS"/>
              </a:rPr>
              <a:t> </a:t>
            </a:r>
            <a:r>
              <a:rPr sz="1350" spc="-20" dirty="0">
                <a:latin typeface="Trebuchet MS"/>
                <a:cs typeface="Trebuchet MS"/>
              </a:rPr>
              <a:t>d'entraînement,</a:t>
            </a:r>
            <a:r>
              <a:rPr sz="1350" spc="2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mais</a:t>
            </a:r>
            <a:r>
              <a:rPr sz="1350" spc="1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aussi</a:t>
            </a:r>
            <a:r>
              <a:rPr sz="1350" spc="20" dirty="0">
                <a:latin typeface="Trebuchet MS"/>
                <a:cs typeface="Trebuchet MS"/>
              </a:rPr>
              <a:t> </a:t>
            </a:r>
            <a:r>
              <a:rPr sz="1350" spc="-20" dirty="0">
                <a:latin typeface="Trebuchet MS"/>
                <a:cs typeface="Trebuchet MS"/>
              </a:rPr>
              <a:t>dérivé</a:t>
            </a:r>
            <a:r>
              <a:rPr sz="1350" spc="2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des</a:t>
            </a:r>
            <a:r>
              <a:rPr sz="1350" spc="1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données</a:t>
            </a:r>
            <a:r>
              <a:rPr sz="1350" spc="20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disponibles.</a:t>
            </a:r>
            <a:endParaRPr sz="1350">
              <a:latin typeface="Trebuchet MS"/>
              <a:cs typeface="Trebuchet MS"/>
            </a:endParaRPr>
          </a:p>
          <a:p>
            <a:pPr marL="12700" marR="403860" indent="177800">
              <a:lnSpc>
                <a:spcPct val="115700"/>
              </a:lnSpc>
            </a:pPr>
            <a:r>
              <a:rPr sz="1350" spc="-75" dirty="0">
                <a:latin typeface="Arial Black"/>
                <a:cs typeface="Arial Black"/>
              </a:rPr>
              <a:t>Fonctionnement</a:t>
            </a:r>
            <a:r>
              <a:rPr sz="1350" spc="-60" dirty="0">
                <a:latin typeface="Arial Black"/>
                <a:cs typeface="Arial Black"/>
              </a:rPr>
              <a:t> </a:t>
            </a:r>
            <a:r>
              <a:rPr sz="1350" spc="-75" dirty="0">
                <a:latin typeface="Arial Black"/>
                <a:cs typeface="Arial Black"/>
              </a:rPr>
              <a:t>:</a:t>
            </a:r>
            <a:r>
              <a:rPr sz="1350" spc="-55" dirty="0">
                <a:latin typeface="Arial Black"/>
                <a:cs typeface="Arial Black"/>
              </a:rPr>
              <a:t> </a:t>
            </a:r>
            <a:r>
              <a:rPr sz="1350" dirty="0">
                <a:latin typeface="Trebuchet MS"/>
                <a:cs typeface="Trebuchet MS"/>
              </a:rPr>
              <a:t>Permet</a:t>
            </a:r>
            <a:r>
              <a:rPr sz="1350" spc="-2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de</a:t>
            </a:r>
            <a:r>
              <a:rPr sz="1350" spc="-15" dirty="0">
                <a:latin typeface="Trebuchet MS"/>
                <a:cs typeface="Trebuchet MS"/>
              </a:rPr>
              <a:t> </a:t>
            </a:r>
            <a:r>
              <a:rPr sz="1350" spc="-25" dirty="0">
                <a:latin typeface="Trebuchet MS"/>
                <a:cs typeface="Trebuchet MS"/>
              </a:rPr>
              <a:t>surveiller</a:t>
            </a:r>
            <a:r>
              <a:rPr sz="1350" spc="-1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les</a:t>
            </a:r>
            <a:r>
              <a:rPr sz="1350" spc="-2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performances</a:t>
            </a:r>
            <a:r>
              <a:rPr sz="1350" spc="-1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du</a:t>
            </a:r>
            <a:r>
              <a:rPr sz="1350" spc="-1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modèle</a:t>
            </a:r>
            <a:r>
              <a:rPr sz="1350" spc="-1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à</a:t>
            </a:r>
            <a:r>
              <a:rPr sz="1350" spc="-2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chaque</a:t>
            </a:r>
            <a:r>
              <a:rPr sz="1350" spc="-15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époque </a:t>
            </a:r>
            <a:r>
              <a:rPr sz="1350" dirty="0">
                <a:latin typeface="Trebuchet MS"/>
                <a:cs typeface="Trebuchet MS"/>
              </a:rPr>
              <a:t>pour</a:t>
            </a:r>
            <a:r>
              <a:rPr sz="1350" spc="-5" dirty="0">
                <a:latin typeface="Trebuchet MS"/>
                <a:cs typeface="Trebuchet MS"/>
              </a:rPr>
              <a:t> </a:t>
            </a:r>
            <a:r>
              <a:rPr sz="1350" spc="-25" dirty="0">
                <a:latin typeface="Trebuchet MS"/>
                <a:cs typeface="Trebuchet MS"/>
              </a:rPr>
              <a:t>ajuster</a:t>
            </a:r>
            <a:r>
              <a:rPr sz="1350" spc="-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les hyperparamètres</a:t>
            </a:r>
            <a:r>
              <a:rPr sz="1350" spc="-5" dirty="0">
                <a:latin typeface="Trebuchet MS"/>
                <a:cs typeface="Trebuchet MS"/>
              </a:rPr>
              <a:t> </a:t>
            </a:r>
            <a:r>
              <a:rPr sz="1350" spc="-50" dirty="0">
                <a:latin typeface="Trebuchet MS"/>
                <a:cs typeface="Trebuchet MS"/>
              </a:rPr>
              <a:t>et</a:t>
            </a:r>
            <a:r>
              <a:rPr sz="1350" spc="-5" dirty="0">
                <a:latin typeface="Trebuchet MS"/>
                <a:cs typeface="Trebuchet MS"/>
              </a:rPr>
              <a:t> </a:t>
            </a:r>
            <a:r>
              <a:rPr sz="1350" spc="-40" dirty="0">
                <a:latin typeface="Trebuchet MS"/>
                <a:cs typeface="Trebuchet MS"/>
              </a:rPr>
              <a:t>éviter</a:t>
            </a:r>
            <a:r>
              <a:rPr sz="1350" dirty="0">
                <a:latin typeface="Trebuchet MS"/>
                <a:cs typeface="Trebuchet MS"/>
              </a:rPr>
              <a:t> </a:t>
            </a:r>
            <a:r>
              <a:rPr sz="1350" spc="-60" dirty="0">
                <a:latin typeface="Trebuchet MS"/>
                <a:cs typeface="Trebuchet MS"/>
              </a:rPr>
              <a:t>le</a:t>
            </a:r>
            <a:r>
              <a:rPr sz="1350" spc="-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surapprentissage</a:t>
            </a:r>
            <a:r>
              <a:rPr sz="1350" spc="-5" dirty="0">
                <a:latin typeface="Trebuchet MS"/>
                <a:cs typeface="Trebuchet MS"/>
              </a:rPr>
              <a:t> </a:t>
            </a:r>
            <a:r>
              <a:rPr sz="1350" spc="-65" dirty="0">
                <a:latin typeface="Trebuchet MS"/>
                <a:cs typeface="Trebuchet MS"/>
              </a:rPr>
              <a:t>(overfitting).</a:t>
            </a:r>
            <a:r>
              <a:rPr sz="1350" dirty="0">
                <a:latin typeface="Trebuchet MS"/>
                <a:cs typeface="Trebuchet MS"/>
              </a:rPr>
              <a:t> Les</a:t>
            </a:r>
            <a:r>
              <a:rPr sz="1350" spc="-5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callbacks </a:t>
            </a:r>
            <a:r>
              <a:rPr sz="1350" dirty="0">
                <a:latin typeface="Trebuchet MS"/>
                <a:cs typeface="Trebuchet MS"/>
              </a:rPr>
              <a:t>comme</a:t>
            </a:r>
            <a:r>
              <a:rPr sz="1350" spc="-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EarlyStopping </a:t>
            </a:r>
            <a:r>
              <a:rPr sz="1350" spc="-50" dirty="0">
                <a:latin typeface="Trebuchet MS"/>
                <a:cs typeface="Trebuchet MS"/>
              </a:rPr>
              <a:t>et</a:t>
            </a:r>
            <a:r>
              <a:rPr sz="1350" dirty="0">
                <a:latin typeface="Trebuchet MS"/>
                <a:cs typeface="Trebuchet MS"/>
              </a:rPr>
              <a:t> ModelCheckpoint </a:t>
            </a:r>
            <a:r>
              <a:rPr sz="1350" spc="-35" dirty="0">
                <a:latin typeface="Trebuchet MS"/>
                <a:cs typeface="Trebuchet MS"/>
              </a:rPr>
              <a:t>utilisent</a:t>
            </a:r>
            <a:r>
              <a:rPr sz="1350" dirty="0">
                <a:latin typeface="Trebuchet MS"/>
                <a:cs typeface="Trebuchet MS"/>
              </a:rPr>
              <a:t> </a:t>
            </a:r>
            <a:r>
              <a:rPr sz="1350" spc="-45" dirty="0">
                <a:latin typeface="Trebuchet MS"/>
                <a:cs typeface="Trebuchet MS"/>
              </a:rPr>
              <a:t>cet</a:t>
            </a:r>
            <a:r>
              <a:rPr sz="1350" dirty="0">
                <a:latin typeface="Trebuchet MS"/>
                <a:cs typeface="Trebuchet MS"/>
              </a:rPr>
              <a:t> ensemble pour leurs </a:t>
            </a:r>
            <a:r>
              <a:rPr sz="1350" spc="-20" dirty="0">
                <a:latin typeface="Trebuchet MS"/>
                <a:cs typeface="Trebuchet MS"/>
              </a:rPr>
              <a:t>critères</a:t>
            </a:r>
            <a:r>
              <a:rPr sz="1350" dirty="0">
                <a:latin typeface="Trebuchet MS"/>
                <a:cs typeface="Trebuchet MS"/>
              </a:rPr>
              <a:t> </a:t>
            </a:r>
            <a:r>
              <a:rPr sz="1350" spc="-25" dirty="0">
                <a:latin typeface="Trebuchet MS"/>
                <a:cs typeface="Trebuchet MS"/>
              </a:rPr>
              <a:t>de </a:t>
            </a:r>
            <a:r>
              <a:rPr sz="1350" spc="-10" dirty="0">
                <a:latin typeface="Trebuchet MS"/>
                <a:cs typeface="Trebuchet MS"/>
              </a:rPr>
              <a:t>surveillance.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50" spc="-100" dirty="0">
                <a:latin typeface="Arial Black"/>
                <a:cs typeface="Arial Black"/>
              </a:rPr>
              <a:t>Ensemble</a:t>
            </a:r>
            <a:r>
              <a:rPr sz="1350" spc="-75" dirty="0">
                <a:latin typeface="Arial Black"/>
                <a:cs typeface="Arial Black"/>
              </a:rPr>
              <a:t> </a:t>
            </a:r>
            <a:r>
              <a:rPr sz="1350" spc="-85" dirty="0">
                <a:latin typeface="Arial Black"/>
                <a:cs typeface="Arial Black"/>
              </a:rPr>
              <a:t>de</a:t>
            </a:r>
            <a:r>
              <a:rPr sz="1350" spc="-75" dirty="0">
                <a:latin typeface="Arial Black"/>
                <a:cs typeface="Arial Black"/>
              </a:rPr>
              <a:t> </a:t>
            </a:r>
            <a:r>
              <a:rPr sz="1350" spc="-85" dirty="0">
                <a:latin typeface="Arial Black"/>
                <a:cs typeface="Arial Black"/>
              </a:rPr>
              <a:t>test</a:t>
            </a:r>
            <a:r>
              <a:rPr sz="1350" spc="-70" dirty="0">
                <a:latin typeface="Arial Black"/>
                <a:cs typeface="Arial Black"/>
              </a:rPr>
              <a:t> </a:t>
            </a:r>
            <a:r>
              <a:rPr sz="1350" spc="-85" dirty="0">
                <a:latin typeface="Arial Black"/>
                <a:cs typeface="Arial Black"/>
              </a:rPr>
              <a:t>(test</a:t>
            </a:r>
            <a:r>
              <a:rPr sz="1350" spc="-75" dirty="0">
                <a:latin typeface="Arial Black"/>
                <a:cs typeface="Arial Black"/>
              </a:rPr>
              <a:t> </a:t>
            </a:r>
            <a:r>
              <a:rPr sz="1350" spc="-85" dirty="0">
                <a:latin typeface="Arial Black"/>
                <a:cs typeface="Arial Black"/>
              </a:rPr>
              <a:t>dataset)</a:t>
            </a:r>
            <a:r>
              <a:rPr sz="1350" spc="-75" dirty="0">
                <a:latin typeface="Arial Black"/>
                <a:cs typeface="Arial Black"/>
              </a:rPr>
              <a:t> </a:t>
            </a:r>
            <a:r>
              <a:rPr sz="1350" spc="-50" dirty="0">
                <a:latin typeface="Arial Black"/>
                <a:cs typeface="Arial Black"/>
              </a:rPr>
              <a:t>:</a:t>
            </a:r>
            <a:endParaRPr sz="135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350">
              <a:latin typeface="Arial Black"/>
              <a:cs typeface="Arial Black"/>
            </a:endParaRPr>
          </a:p>
          <a:p>
            <a:pPr marL="190500">
              <a:lnSpc>
                <a:spcPct val="100000"/>
              </a:lnSpc>
            </a:pPr>
            <a:r>
              <a:rPr sz="1350" spc="-75" dirty="0">
                <a:latin typeface="Arial Black"/>
                <a:cs typeface="Arial Black"/>
              </a:rPr>
              <a:t>Objectif</a:t>
            </a:r>
            <a:r>
              <a:rPr sz="1350" spc="-55" dirty="0">
                <a:latin typeface="Arial Black"/>
                <a:cs typeface="Arial Black"/>
              </a:rPr>
              <a:t> </a:t>
            </a:r>
            <a:r>
              <a:rPr sz="1350" spc="-75" dirty="0">
                <a:latin typeface="Arial Black"/>
                <a:cs typeface="Arial Black"/>
              </a:rPr>
              <a:t>:</a:t>
            </a:r>
            <a:r>
              <a:rPr sz="1350" spc="-55" dirty="0">
                <a:latin typeface="Arial Black"/>
                <a:cs typeface="Arial Black"/>
              </a:rPr>
              <a:t> </a:t>
            </a:r>
            <a:r>
              <a:rPr sz="1350" spc="-35" dirty="0">
                <a:latin typeface="Trebuchet MS"/>
                <a:cs typeface="Trebuchet MS"/>
              </a:rPr>
              <a:t>Utilisé</a:t>
            </a:r>
            <a:r>
              <a:rPr sz="1350" spc="-1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pour</a:t>
            </a:r>
            <a:r>
              <a:rPr sz="1350" spc="-15" dirty="0">
                <a:latin typeface="Trebuchet MS"/>
                <a:cs typeface="Trebuchet MS"/>
              </a:rPr>
              <a:t> </a:t>
            </a:r>
            <a:r>
              <a:rPr sz="1350" spc="-20" dirty="0">
                <a:latin typeface="Trebuchet MS"/>
                <a:cs typeface="Trebuchet MS"/>
              </a:rPr>
              <a:t>évaluer</a:t>
            </a:r>
            <a:r>
              <a:rPr sz="1350" spc="-1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les</a:t>
            </a:r>
            <a:r>
              <a:rPr sz="1350" spc="-1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performances</a:t>
            </a:r>
            <a:r>
              <a:rPr sz="1350" spc="-10" dirty="0">
                <a:latin typeface="Trebuchet MS"/>
                <a:cs typeface="Trebuchet MS"/>
              </a:rPr>
              <a:t> </a:t>
            </a:r>
            <a:r>
              <a:rPr sz="1350" spc="-25" dirty="0">
                <a:latin typeface="Trebuchet MS"/>
                <a:cs typeface="Trebuchet MS"/>
              </a:rPr>
              <a:t>finales</a:t>
            </a:r>
            <a:r>
              <a:rPr sz="1350" spc="-1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du</a:t>
            </a:r>
            <a:r>
              <a:rPr sz="1350" spc="-10" dirty="0">
                <a:latin typeface="Trebuchet MS"/>
                <a:cs typeface="Trebuchet MS"/>
              </a:rPr>
              <a:t> modèle.</a:t>
            </a:r>
            <a:endParaRPr sz="1350">
              <a:latin typeface="Trebuchet MS"/>
              <a:cs typeface="Trebuchet MS"/>
            </a:endParaRPr>
          </a:p>
          <a:p>
            <a:pPr marL="190500">
              <a:lnSpc>
                <a:spcPct val="100000"/>
              </a:lnSpc>
              <a:spcBef>
                <a:spcPts val="254"/>
              </a:spcBef>
            </a:pPr>
            <a:r>
              <a:rPr sz="1350" spc="-75" dirty="0">
                <a:latin typeface="Arial Black"/>
                <a:cs typeface="Arial Black"/>
              </a:rPr>
              <a:t>Contenu</a:t>
            </a:r>
            <a:r>
              <a:rPr sz="1350" spc="-50" dirty="0">
                <a:latin typeface="Arial Black"/>
                <a:cs typeface="Arial Black"/>
              </a:rPr>
              <a:t> </a:t>
            </a:r>
            <a:r>
              <a:rPr sz="1350" spc="-75" dirty="0">
                <a:latin typeface="Arial Black"/>
                <a:cs typeface="Arial Black"/>
              </a:rPr>
              <a:t>:</a:t>
            </a:r>
            <a:r>
              <a:rPr sz="1350" spc="-45" dirty="0">
                <a:latin typeface="Arial Black"/>
                <a:cs typeface="Arial Black"/>
              </a:rPr>
              <a:t> </a:t>
            </a:r>
            <a:r>
              <a:rPr sz="1350" dirty="0">
                <a:latin typeface="Trebuchet MS"/>
                <a:cs typeface="Trebuchet MS"/>
              </a:rPr>
              <a:t>Complètement</a:t>
            </a:r>
            <a:r>
              <a:rPr sz="1350" spc="-1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séparé</a:t>
            </a:r>
            <a:r>
              <a:rPr sz="1350" spc="-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des</a:t>
            </a:r>
            <a:r>
              <a:rPr sz="1350" spc="-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ensembles</a:t>
            </a:r>
            <a:r>
              <a:rPr sz="1350" spc="-1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d'entraînement</a:t>
            </a:r>
            <a:r>
              <a:rPr sz="1350" spc="-5" dirty="0">
                <a:latin typeface="Trebuchet MS"/>
                <a:cs typeface="Trebuchet MS"/>
              </a:rPr>
              <a:t> </a:t>
            </a:r>
            <a:r>
              <a:rPr sz="1350" spc="-50" dirty="0">
                <a:latin typeface="Trebuchet MS"/>
                <a:cs typeface="Trebuchet MS"/>
              </a:rPr>
              <a:t>et</a:t>
            </a:r>
            <a:r>
              <a:rPr sz="1350" spc="-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de</a:t>
            </a:r>
            <a:r>
              <a:rPr sz="1350" spc="-10" dirty="0">
                <a:latin typeface="Trebuchet MS"/>
                <a:cs typeface="Trebuchet MS"/>
              </a:rPr>
              <a:t> validation.</a:t>
            </a:r>
            <a:endParaRPr sz="1350">
              <a:latin typeface="Trebuchet MS"/>
              <a:cs typeface="Trebuchet MS"/>
            </a:endParaRPr>
          </a:p>
          <a:p>
            <a:pPr marL="12700" marR="255270" indent="177800">
              <a:lnSpc>
                <a:spcPct val="115700"/>
              </a:lnSpc>
            </a:pPr>
            <a:r>
              <a:rPr sz="1350" spc="-75" dirty="0">
                <a:latin typeface="Arial Black"/>
                <a:cs typeface="Arial Black"/>
              </a:rPr>
              <a:t>Fonctionnement</a:t>
            </a:r>
            <a:r>
              <a:rPr sz="1350" spc="-45" dirty="0">
                <a:latin typeface="Arial Black"/>
                <a:cs typeface="Arial Black"/>
              </a:rPr>
              <a:t> </a:t>
            </a:r>
            <a:r>
              <a:rPr sz="1350" spc="-75" dirty="0">
                <a:latin typeface="Arial Black"/>
                <a:cs typeface="Arial Black"/>
              </a:rPr>
              <a:t>:</a:t>
            </a:r>
            <a:r>
              <a:rPr sz="1350" spc="-40" dirty="0">
                <a:latin typeface="Arial Black"/>
                <a:cs typeface="Arial Black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Fournit</a:t>
            </a:r>
            <a:r>
              <a:rPr sz="1350" dirty="0">
                <a:latin typeface="Trebuchet MS"/>
                <a:cs typeface="Trebuchet MS"/>
              </a:rPr>
              <a:t> une </a:t>
            </a:r>
            <a:r>
              <a:rPr sz="1350" spc="-20" dirty="0">
                <a:latin typeface="Trebuchet MS"/>
                <a:cs typeface="Trebuchet MS"/>
              </a:rPr>
              <a:t>évaluation</a:t>
            </a:r>
            <a:r>
              <a:rPr sz="1350" dirty="0">
                <a:latin typeface="Trebuchet MS"/>
                <a:cs typeface="Trebuchet MS"/>
              </a:rPr>
              <a:t> </a:t>
            </a:r>
            <a:r>
              <a:rPr sz="1350" spc="-30" dirty="0">
                <a:latin typeface="Trebuchet MS"/>
                <a:cs typeface="Trebuchet MS"/>
              </a:rPr>
              <a:t>impartiale</a:t>
            </a:r>
            <a:r>
              <a:rPr sz="1350" dirty="0">
                <a:latin typeface="Trebuchet MS"/>
                <a:cs typeface="Trebuchet MS"/>
              </a:rPr>
              <a:t> des performances du modèle </a:t>
            </a:r>
            <a:r>
              <a:rPr sz="1350" spc="-10" dirty="0">
                <a:latin typeface="Trebuchet MS"/>
                <a:cs typeface="Trebuchet MS"/>
              </a:rPr>
              <a:t>après </a:t>
            </a:r>
            <a:r>
              <a:rPr sz="1350" spc="-30" dirty="0">
                <a:latin typeface="Trebuchet MS"/>
                <a:cs typeface="Trebuchet MS"/>
              </a:rPr>
              <a:t>l'entraînement,</a:t>
            </a:r>
            <a:r>
              <a:rPr sz="1350" spc="5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pour</a:t>
            </a:r>
            <a:r>
              <a:rPr sz="1350" spc="5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s'assurer</a:t>
            </a:r>
            <a:r>
              <a:rPr sz="1350" spc="60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qu'il</a:t>
            </a:r>
            <a:r>
              <a:rPr sz="1350" spc="55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généralise</a:t>
            </a:r>
            <a:r>
              <a:rPr sz="1350" spc="5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bien</a:t>
            </a:r>
            <a:r>
              <a:rPr sz="1350" spc="60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sur</a:t>
            </a:r>
            <a:r>
              <a:rPr sz="1350" spc="5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des</a:t>
            </a:r>
            <a:r>
              <a:rPr sz="1350" spc="55" dirty="0">
                <a:latin typeface="Trebuchet MS"/>
                <a:cs typeface="Trebuchet MS"/>
              </a:rPr>
              <a:t> </a:t>
            </a:r>
            <a:r>
              <a:rPr sz="1350" dirty="0">
                <a:latin typeface="Trebuchet MS"/>
                <a:cs typeface="Trebuchet MS"/>
              </a:rPr>
              <a:t>données</a:t>
            </a:r>
            <a:r>
              <a:rPr sz="1350" spc="60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inédites.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4133215"/>
          </a:xfrm>
          <a:custGeom>
            <a:avLst/>
            <a:gdLst/>
            <a:ahLst/>
            <a:cxnLst/>
            <a:rect l="l" t="t" r="r" b="b"/>
            <a:pathLst>
              <a:path w="18288000" h="4133215">
                <a:moveTo>
                  <a:pt x="18287998" y="4133014"/>
                </a:moveTo>
                <a:lnTo>
                  <a:pt x="0" y="413301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4133014"/>
                </a:lnTo>
                <a:close/>
              </a:path>
            </a:pathLst>
          </a:custGeom>
          <a:solidFill>
            <a:srgbClr val="EBD9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6892" y="997648"/>
            <a:ext cx="14415135" cy="220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1000"/>
              </a:lnSpc>
              <a:spcBef>
                <a:spcPts val="100"/>
              </a:spcBef>
            </a:pPr>
            <a:r>
              <a:rPr sz="9200" spc="-580" dirty="0">
                <a:solidFill>
                  <a:srgbClr val="000000"/>
                </a:solidFill>
                <a:latin typeface="Arial Black"/>
                <a:cs typeface="Arial Black"/>
              </a:rPr>
              <a:t>Classification</a:t>
            </a:r>
            <a:r>
              <a:rPr sz="9200" spc="-635" dirty="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sz="9200" spc="-560" dirty="0">
                <a:solidFill>
                  <a:srgbClr val="000000"/>
                </a:solidFill>
                <a:latin typeface="Arial Black"/>
                <a:cs typeface="Arial Black"/>
              </a:rPr>
              <a:t>supervisée</a:t>
            </a:r>
            <a:endParaRPr sz="9200">
              <a:latin typeface="Arial Black"/>
              <a:cs typeface="Arial Black"/>
            </a:endParaRPr>
          </a:p>
          <a:p>
            <a:pPr algn="ctr">
              <a:lnSpc>
                <a:spcPts val="6200"/>
              </a:lnSpc>
            </a:pPr>
            <a:r>
              <a:rPr sz="5200" spc="-300" dirty="0">
                <a:solidFill>
                  <a:srgbClr val="000000"/>
                </a:solidFill>
                <a:latin typeface="Arial Black"/>
                <a:cs typeface="Arial Black"/>
              </a:rPr>
              <a:t>1er</a:t>
            </a:r>
            <a:r>
              <a:rPr sz="5200" spc="-385" dirty="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sz="5200" spc="-275" dirty="0">
                <a:solidFill>
                  <a:srgbClr val="000000"/>
                </a:solidFill>
                <a:latin typeface="Arial Black"/>
                <a:cs typeface="Arial Black"/>
              </a:rPr>
              <a:t>modèle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7512" y="4823846"/>
            <a:ext cx="5745480" cy="8255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500" spc="-90" dirty="0">
                <a:solidFill>
                  <a:srgbClr val="FFFFFF"/>
                </a:solidFill>
                <a:latin typeface="Arial Black"/>
                <a:cs typeface="Arial Black"/>
              </a:rPr>
              <a:t>Surveillance</a:t>
            </a:r>
            <a:r>
              <a:rPr sz="15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95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500" spc="-80" dirty="0">
                <a:solidFill>
                  <a:srgbClr val="FFFFFF"/>
                </a:solidFill>
                <a:latin typeface="Arial Black"/>
                <a:cs typeface="Arial Black"/>
              </a:rPr>
              <a:t> la </a:t>
            </a:r>
            <a:r>
              <a:rPr sz="1500" spc="-65" dirty="0">
                <a:solidFill>
                  <a:srgbClr val="FFFFFF"/>
                </a:solidFill>
                <a:latin typeface="Arial Black"/>
                <a:cs typeface="Arial Black"/>
              </a:rPr>
              <a:t>perte</a:t>
            </a:r>
            <a:r>
              <a:rPr sz="1500" spc="-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95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5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65" dirty="0">
                <a:solidFill>
                  <a:srgbClr val="FFFFFF"/>
                </a:solidFill>
                <a:latin typeface="Arial Black"/>
                <a:cs typeface="Arial Black"/>
              </a:rPr>
              <a:t>validation</a:t>
            </a:r>
            <a:r>
              <a:rPr sz="15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105" dirty="0">
                <a:solidFill>
                  <a:srgbClr val="FFFFFF"/>
                </a:solidFill>
                <a:latin typeface="Arial Black"/>
                <a:cs typeface="Arial Black"/>
              </a:rPr>
              <a:t>(val_loss)</a:t>
            </a:r>
            <a:r>
              <a:rPr sz="15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50" dirty="0">
                <a:solidFill>
                  <a:srgbClr val="FFFFFF"/>
                </a:solidFill>
                <a:latin typeface="Arial Black"/>
                <a:cs typeface="Arial Black"/>
              </a:rPr>
              <a:t>:</a:t>
            </a:r>
            <a:endParaRPr sz="1500">
              <a:latin typeface="Arial Black"/>
              <a:cs typeface="Arial Black"/>
            </a:endParaRPr>
          </a:p>
          <a:p>
            <a:pPr marL="210185">
              <a:lnSpc>
                <a:spcPct val="100000"/>
              </a:lnSpc>
              <a:spcBef>
                <a:spcPts val="300"/>
              </a:spcBef>
            </a:pPr>
            <a:r>
              <a:rPr sz="1500" spc="-20" dirty="0">
                <a:solidFill>
                  <a:srgbClr val="FFFFFF"/>
                </a:solidFill>
                <a:latin typeface="Trebuchet MS"/>
                <a:cs typeface="Trebuchet MS"/>
              </a:rPr>
              <a:t>Surveille</a:t>
            </a:r>
            <a:r>
              <a:rPr sz="1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sz="1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perte</a:t>
            </a:r>
            <a:r>
              <a:rPr sz="15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FFFFFF"/>
                </a:solidFill>
                <a:latin typeface="Trebuchet MS"/>
                <a:cs typeface="Trebuchet MS"/>
              </a:rPr>
              <a:t>validation</a:t>
            </a:r>
            <a:r>
              <a:rPr sz="1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pendant</a:t>
            </a:r>
            <a:r>
              <a:rPr sz="15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l'entraînement.</a:t>
            </a:r>
            <a:endParaRPr sz="1500">
              <a:latin typeface="Trebuchet MS"/>
              <a:cs typeface="Trebuchet MS"/>
            </a:endParaRPr>
          </a:p>
          <a:p>
            <a:pPr marL="210185">
              <a:lnSpc>
                <a:spcPct val="100000"/>
              </a:lnSpc>
              <a:spcBef>
                <a:spcPts val="300"/>
              </a:spcBef>
            </a:pPr>
            <a:r>
              <a:rPr sz="1500" spc="-25" dirty="0">
                <a:solidFill>
                  <a:srgbClr val="FFFFFF"/>
                </a:solidFill>
                <a:latin typeface="Trebuchet MS"/>
                <a:cs typeface="Trebuchet MS"/>
              </a:rPr>
              <a:t>Utilise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FFFFFF"/>
                </a:solidFill>
                <a:latin typeface="Trebuchet MS"/>
                <a:cs typeface="Trebuchet MS"/>
              </a:rPr>
              <a:t>cette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métrique</a:t>
            </a:r>
            <a:r>
              <a:rPr sz="15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pour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 évaluer</a:t>
            </a:r>
            <a:r>
              <a:rPr sz="15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les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performances</a:t>
            </a:r>
            <a:r>
              <a:rPr sz="15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du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 modèle.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9571" y="5890646"/>
            <a:ext cx="7954009" cy="18923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10185">
              <a:lnSpc>
                <a:spcPct val="100000"/>
              </a:lnSpc>
              <a:spcBef>
                <a:spcPts val="400"/>
              </a:spcBef>
            </a:pPr>
            <a:r>
              <a:rPr sz="1500" spc="-114" dirty="0">
                <a:solidFill>
                  <a:srgbClr val="FFFFFF"/>
                </a:solidFill>
                <a:latin typeface="Arial Black"/>
                <a:cs typeface="Arial Black"/>
              </a:rPr>
              <a:t>Callback</a:t>
            </a:r>
            <a:r>
              <a:rPr sz="1500" spc="-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85" dirty="0">
                <a:solidFill>
                  <a:srgbClr val="FFFFFF"/>
                </a:solidFill>
                <a:latin typeface="Arial Black"/>
                <a:cs typeface="Arial Black"/>
              </a:rPr>
              <a:t>ModelCheckpoint</a:t>
            </a:r>
            <a:r>
              <a:rPr sz="1500" spc="-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50" dirty="0">
                <a:solidFill>
                  <a:srgbClr val="FFFFFF"/>
                </a:solidFill>
                <a:latin typeface="Arial Black"/>
                <a:cs typeface="Arial Black"/>
              </a:rPr>
              <a:t>:</a:t>
            </a:r>
            <a:endParaRPr sz="1500">
              <a:latin typeface="Arial Black"/>
              <a:cs typeface="Arial Black"/>
            </a:endParaRPr>
          </a:p>
          <a:p>
            <a:pPr marL="408305" marR="2853690">
              <a:lnSpc>
                <a:spcPct val="116700"/>
              </a:lnSpc>
            </a:pP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Chemin</a:t>
            </a:r>
            <a:r>
              <a:rPr sz="15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sauvegarde</a:t>
            </a:r>
            <a:r>
              <a:rPr sz="15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4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15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Trebuchet MS"/>
                <a:cs typeface="Trebuchet MS"/>
              </a:rPr>
              <a:t>"./model1_best_weights.keras" </a:t>
            </a:r>
            <a:r>
              <a:rPr sz="1500" spc="-20" dirty="0">
                <a:solidFill>
                  <a:srgbClr val="FFFFFF"/>
                </a:solidFill>
                <a:latin typeface="Trebuchet MS"/>
                <a:cs typeface="Trebuchet MS"/>
              </a:rPr>
              <a:t>Critère</a:t>
            </a:r>
            <a:r>
              <a:rPr sz="15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rebuchet MS"/>
                <a:cs typeface="Trebuchet MS"/>
              </a:rPr>
              <a:t>surveillance</a:t>
            </a:r>
            <a:r>
              <a:rPr sz="15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4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1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'val_loss'</a:t>
            </a:r>
            <a:endParaRPr sz="1500">
              <a:latin typeface="Trebuchet MS"/>
              <a:cs typeface="Trebuchet MS"/>
            </a:endParaRPr>
          </a:p>
          <a:p>
            <a:pPr marL="408305">
              <a:lnSpc>
                <a:spcPct val="100000"/>
              </a:lnSpc>
              <a:spcBef>
                <a:spcPts val="300"/>
              </a:spcBef>
            </a:pPr>
            <a:r>
              <a:rPr sz="1500" spc="-25" dirty="0">
                <a:solidFill>
                  <a:srgbClr val="FFFFFF"/>
                </a:solidFill>
                <a:latin typeface="Trebuchet MS"/>
                <a:cs typeface="Trebuchet MS"/>
              </a:rPr>
              <a:t>Affichage</a:t>
            </a:r>
            <a:r>
              <a:rPr sz="1500" spc="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des</a:t>
            </a:r>
            <a:r>
              <a:rPr sz="1500" spc="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messages</a:t>
            </a:r>
            <a:r>
              <a:rPr sz="1500" spc="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4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1500" spc="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verbose=1</a:t>
            </a:r>
            <a:r>
              <a:rPr sz="1500" spc="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(messages</a:t>
            </a:r>
            <a:r>
              <a:rPr sz="1500" spc="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rebuchet MS"/>
                <a:cs typeface="Trebuchet MS"/>
              </a:rPr>
              <a:t>affichés</a:t>
            </a:r>
            <a:r>
              <a:rPr sz="1500" spc="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lors</a:t>
            </a:r>
            <a:r>
              <a:rPr sz="1500" spc="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00" spc="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sz="1500" spc="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sauvegarde</a:t>
            </a:r>
            <a:r>
              <a:rPr sz="1500" spc="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des</a:t>
            </a:r>
            <a:r>
              <a:rPr sz="1500" spc="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poids)</a:t>
            </a:r>
            <a:endParaRPr sz="1500">
              <a:latin typeface="Trebuchet MS"/>
              <a:cs typeface="Trebuchet MS"/>
            </a:endParaRPr>
          </a:p>
          <a:p>
            <a:pPr marL="12700" marR="5080" indent="395605">
              <a:lnSpc>
                <a:spcPct val="116700"/>
              </a:lnSpc>
            </a:pP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Sauvegarde 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conditionnelle</a:t>
            </a:r>
            <a:r>
              <a:rPr sz="15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4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15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rebuchet MS"/>
                <a:cs typeface="Trebuchet MS"/>
              </a:rPr>
              <a:t>save_best_only=True</a:t>
            </a:r>
            <a:r>
              <a:rPr sz="15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(sauvegarde les</a:t>
            </a:r>
            <a:r>
              <a:rPr sz="15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poids</a:t>
            </a:r>
            <a:r>
              <a:rPr sz="15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uniquement</a:t>
            </a:r>
            <a:r>
              <a:rPr sz="15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si</a:t>
            </a:r>
            <a:r>
              <a:rPr sz="15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Trebuchet MS"/>
                <a:cs typeface="Trebuchet MS"/>
              </a:rPr>
              <a:t>la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perte</a:t>
            </a:r>
            <a:r>
              <a:rPr sz="1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FFFFFF"/>
                </a:solidFill>
                <a:latin typeface="Trebuchet MS"/>
                <a:cs typeface="Trebuchet MS"/>
              </a:rPr>
              <a:t>validation</a:t>
            </a:r>
            <a:r>
              <a:rPr sz="1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s'améliore)</a:t>
            </a:r>
            <a:endParaRPr sz="1500">
              <a:latin typeface="Trebuchet MS"/>
              <a:cs typeface="Trebuchet MS"/>
            </a:endParaRPr>
          </a:p>
          <a:p>
            <a:pPr marL="408305">
              <a:lnSpc>
                <a:spcPct val="100000"/>
              </a:lnSpc>
              <a:spcBef>
                <a:spcPts val="295"/>
              </a:spcBef>
            </a:pPr>
            <a:r>
              <a:rPr sz="1500" spc="85" dirty="0">
                <a:solidFill>
                  <a:srgbClr val="FFFFFF"/>
                </a:solidFill>
                <a:latin typeface="Trebuchet MS"/>
                <a:cs typeface="Trebuchet MS"/>
              </a:rPr>
              <a:t>Mode</a:t>
            </a:r>
            <a:r>
              <a:rPr sz="15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rebuchet MS"/>
                <a:cs typeface="Trebuchet MS"/>
              </a:rPr>
              <a:t>surveillance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4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mode='min'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 (cherche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à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minimiser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perte</a:t>
            </a:r>
            <a:r>
              <a:rPr sz="15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 validation)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60644" y="4823846"/>
            <a:ext cx="7886065" cy="16256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500" spc="-114" dirty="0">
                <a:solidFill>
                  <a:srgbClr val="FFFFFF"/>
                </a:solidFill>
                <a:latin typeface="Arial Black"/>
                <a:cs typeface="Arial Black"/>
              </a:rPr>
              <a:t>Callback</a:t>
            </a:r>
            <a:r>
              <a:rPr sz="1500" spc="-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95" dirty="0">
                <a:solidFill>
                  <a:srgbClr val="FFFFFF"/>
                </a:solidFill>
                <a:latin typeface="Arial Black"/>
                <a:cs typeface="Arial Black"/>
              </a:rPr>
              <a:t>EarlyStopping</a:t>
            </a:r>
            <a:r>
              <a:rPr sz="1500" spc="-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50" dirty="0">
                <a:solidFill>
                  <a:srgbClr val="FFFFFF"/>
                </a:solidFill>
                <a:latin typeface="Arial Black"/>
                <a:cs typeface="Arial Black"/>
              </a:rPr>
              <a:t>:</a:t>
            </a:r>
            <a:endParaRPr sz="1500">
              <a:latin typeface="Arial Black"/>
              <a:cs typeface="Arial Black"/>
            </a:endParaRPr>
          </a:p>
          <a:p>
            <a:pPr marL="408305">
              <a:lnSpc>
                <a:spcPct val="100000"/>
              </a:lnSpc>
              <a:spcBef>
                <a:spcPts val="300"/>
              </a:spcBef>
            </a:pPr>
            <a:r>
              <a:rPr sz="1500" spc="-20" dirty="0">
                <a:solidFill>
                  <a:srgbClr val="FFFFFF"/>
                </a:solidFill>
                <a:latin typeface="Trebuchet MS"/>
                <a:cs typeface="Trebuchet MS"/>
              </a:rPr>
              <a:t>Critère</a:t>
            </a:r>
            <a:r>
              <a:rPr sz="15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rebuchet MS"/>
                <a:cs typeface="Trebuchet MS"/>
              </a:rPr>
              <a:t>surveillance</a:t>
            </a:r>
            <a:r>
              <a:rPr sz="15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4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1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'val_loss'</a:t>
            </a:r>
            <a:endParaRPr sz="1500">
              <a:latin typeface="Trebuchet MS"/>
              <a:cs typeface="Trebuchet MS"/>
            </a:endParaRPr>
          </a:p>
          <a:p>
            <a:pPr marL="408305" marR="5080">
              <a:lnSpc>
                <a:spcPct val="116700"/>
              </a:lnSpc>
            </a:pPr>
            <a:r>
              <a:rPr sz="1500" spc="85" dirty="0">
                <a:solidFill>
                  <a:srgbClr val="FFFFFF"/>
                </a:solidFill>
                <a:latin typeface="Trebuchet MS"/>
                <a:cs typeface="Trebuchet MS"/>
              </a:rPr>
              <a:t>Mode</a:t>
            </a:r>
            <a:r>
              <a:rPr sz="15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rebuchet MS"/>
                <a:cs typeface="Trebuchet MS"/>
              </a:rPr>
              <a:t>surveillance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4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mode='min'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 (cherche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à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minimiser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perte</a:t>
            </a:r>
            <a:r>
              <a:rPr sz="15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 validation) </a:t>
            </a:r>
            <a:r>
              <a:rPr sz="1500" spc="-25" dirty="0">
                <a:solidFill>
                  <a:srgbClr val="FFFFFF"/>
                </a:solidFill>
                <a:latin typeface="Trebuchet MS"/>
                <a:cs typeface="Trebuchet MS"/>
              </a:rPr>
              <a:t>Affichage</a:t>
            </a:r>
            <a:r>
              <a:rPr sz="1500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des</a:t>
            </a:r>
            <a:r>
              <a:rPr sz="1500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messages</a:t>
            </a:r>
            <a:r>
              <a:rPr sz="1500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4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1500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verbose=1</a:t>
            </a:r>
            <a:r>
              <a:rPr sz="1500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(messages</a:t>
            </a:r>
            <a:r>
              <a:rPr sz="1500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rebuchet MS"/>
                <a:cs typeface="Trebuchet MS"/>
              </a:rPr>
              <a:t>affichés</a:t>
            </a:r>
            <a:r>
              <a:rPr sz="1500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lorsque</a:t>
            </a:r>
            <a:r>
              <a:rPr sz="1500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l'entraînement</a:t>
            </a:r>
            <a:r>
              <a:rPr sz="1500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s'arrête)</a:t>
            </a:r>
            <a:endParaRPr sz="1500">
              <a:latin typeface="Trebuchet MS"/>
              <a:cs typeface="Trebuchet MS"/>
            </a:endParaRPr>
          </a:p>
          <a:p>
            <a:pPr marL="12700" marR="160655" indent="395605">
              <a:lnSpc>
                <a:spcPct val="116700"/>
              </a:lnSpc>
            </a:pP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Patience</a:t>
            </a:r>
            <a:r>
              <a:rPr sz="15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4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1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patience=5</a:t>
            </a:r>
            <a:r>
              <a:rPr sz="1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FFFFFF"/>
                </a:solidFill>
                <a:latin typeface="Trebuchet MS"/>
                <a:cs typeface="Trebuchet MS"/>
              </a:rPr>
              <a:t>(arrête</a:t>
            </a:r>
            <a:r>
              <a:rPr sz="1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l'entraînement</a:t>
            </a:r>
            <a:r>
              <a:rPr sz="1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si</a:t>
            </a:r>
            <a:r>
              <a:rPr sz="15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sz="1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perte</a:t>
            </a:r>
            <a:r>
              <a:rPr sz="1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FFFFFF"/>
                </a:solidFill>
                <a:latin typeface="Trebuchet MS"/>
                <a:cs typeface="Trebuchet MS"/>
              </a:rPr>
              <a:t>validation</a:t>
            </a:r>
            <a:r>
              <a:rPr sz="1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ne</a:t>
            </a:r>
            <a:r>
              <a:rPr sz="15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s'améliore</a:t>
            </a:r>
            <a:r>
              <a:rPr sz="1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Trebuchet MS"/>
                <a:cs typeface="Trebuchet MS"/>
              </a:rPr>
              <a:t>pas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pendant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60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 epochs)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60644" y="6690745"/>
            <a:ext cx="8127365" cy="8255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400"/>
              </a:spcBef>
            </a:pPr>
            <a:r>
              <a:rPr sz="1500" spc="-65" dirty="0">
                <a:solidFill>
                  <a:srgbClr val="FFFFFF"/>
                </a:solidFill>
                <a:latin typeface="Arial Black"/>
                <a:cs typeface="Arial Black"/>
              </a:rPr>
              <a:t>Configuration</a:t>
            </a:r>
            <a:r>
              <a:rPr sz="1500" spc="-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95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500" spc="-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110" dirty="0">
                <a:solidFill>
                  <a:srgbClr val="FFFFFF"/>
                </a:solidFill>
                <a:latin typeface="Arial Black"/>
                <a:cs typeface="Arial Black"/>
              </a:rPr>
              <a:t>TensorFlow</a:t>
            </a:r>
            <a:r>
              <a:rPr sz="1500" spc="-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50" dirty="0">
                <a:solidFill>
                  <a:srgbClr val="FFFFFF"/>
                </a:solidFill>
                <a:latin typeface="Arial Black"/>
                <a:cs typeface="Arial Black"/>
              </a:rPr>
              <a:t>:</a:t>
            </a:r>
            <a:endParaRPr sz="1500">
              <a:latin typeface="Arial Black"/>
              <a:cs typeface="Arial Black"/>
            </a:endParaRPr>
          </a:p>
          <a:p>
            <a:pPr marL="12700" marR="5080" indent="395605">
              <a:lnSpc>
                <a:spcPct val="116700"/>
              </a:lnSpc>
            </a:pPr>
            <a:r>
              <a:rPr sz="1500" spc="-30" dirty="0">
                <a:solidFill>
                  <a:srgbClr val="FFFFFF"/>
                </a:solidFill>
                <a:latin typeface="Trebuchet MS"/>
                <a:cs typeface="Trebuchet MS"/>
              </a:rPr>
              <a:t>Utilisation</a:t>
            </a:r>
            <a:r>
              <a:rPr sz="15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du</a:t>
            </a:r>
            <a:r>
              <a:rPr sz="15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50" dirty="0">
                <a:solidFill>
                  <a:srgbClr val="FFFFFF"/>
                </a:solidFill>
                <a:latin typeface="Trebuchet MS"/>
                <a:cs typeface="Trebuchet MS"/>
              </a:rPr>
              <a:t>CPU</a:t>
            </a:r>
            <a:r>
              <a:rPr sz="15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uniquement</a:t>
            </a:r>
            <a:r>
              <a:rPr sz="15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4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15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60" dirty="0">
                <a:solidFill>
                  <a:srgbClr val="FFFFFF"/>
                </a:solidFill>
                <a:latin typeface="Trebuchet MS"/>
                <a:cs typeface="Trebuchet MS"/>
              </a:rPr>
              <a:t>tf.config.set_visible_devices([],</a:t>
            </a:r>
            <a:r>
              <a:rPr sz="15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'GPU')</a:t>
            </a:r>
            <a:r>
              <a:rPr sz="15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FFFFFF"/>
                </a:solidFill>
                <a:latin typeface="Trebuchet MS"/>
                <a:cs typeface="Trebuchet MS"/>
              </a:rPr>
              <a:t>(désactive</a:t>
            </a:r>
            <a:r>
              <a:rPr sz="15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l'utilisation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du</a:t>
            </a:r>
            <a:r>
              <a:rPr sz="15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rebuchet MS"/>
                <a:cs typeface="Trebuchet MS"/>
              </a:rPr>
              <a:t>GPU)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28077" y="8511685"/>
            <a:ext cx="8423910" cy="1082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Ces</a:t>
            </a:r>
            <a:r>
              <a:rPr sz="20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éléments</a:t>
            </a:r>
            <a:r>
              <a:rPr sz="20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garantissent</a:t>
            </a:r>
            <a:r>
              <a:rPr sz="20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Trebuchet MS"/>
                <a:cs typeface="Trebuchet MS"/>
              </a:rPr>
              <a:t>que</a:t>
            </a:r>
            <a:r>
              <a:rPr sz="20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FFFFFF"/>
                </a:solidFill>
                <a:latin typeface="Trebuchet MS"/>
                <a:cs typeface="Trebuchet MS"/>
              </a:rPr>
              <a:t>le</a:t>
            </a:r>
            <a:r>
              <a:rPr sz="20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modèle</a:t>
            </a:r>
            <a:r>
              <a:rPr sz="20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s'entraîne</a:t>
            </a:r>
            <a:r>
              <a:rPr sz="20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FFFFFF"/>
                </a:solidFill>
                <a:latin typeface="Trebuchet MS"/>
                <a:cs typeface="Trebuchet MS"/>
              </a:rPr>
              <a:t>efficacement,</a:t>
            </a:r>
            <a:r>
              <a:rPr sz="20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rebuchet MS"/>
                <a:cs typeface="Trebuchet MS"/>
              </a:rPr>
              <a:t>en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sauvegardant</a:t>
            </a:r>
            <a:r>
              <a:rPr sz="20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les</a:t>
            </a:r>
            <a:r>
              <a:rPr sz="20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rebuchet MS"/>
                <a:cs typeface="Trebuchet MS"/>
              </a:rPr>
              <a:t>meilleurs</a:t>
            </a:r>
            <a:r>
              <a:rPr sz="20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poids</a:t>
            </a:r>
            <a:r>
              <a:rPr sz="20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Trebuchet MS"/>
                <a:cs typeface="Trebuchet MS"/>
              </a:rPr>
              <a:t>et</a:t>
            </a:r>
            <a:r>
              <a:rPr sz="20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en</a:t>
            </a:r>
            <a:r>
              <a:rPr sz="20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rebuchet MS"/>
                <a:cs typeface="Trebuchet MS"/>
              </a:rPr>
              <a:t>arrêtant</a:t>
            </a:r>
            <a:r>
              <a:rPr sz="20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rebuchet MS"/>
                <a:cs typeface="Trebuchet MS"/>
              </a:rPr>
              <a:t>l'entraînement</a:t>
            </a:r>
            <a:r>
              <a:rPr sz="20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lorsque</a:t>
            </a:r>
            <a:r>
              <a:rPr sz="20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rebuchet MS"/>
                <a:cs typeface="Trebuchet MS"/>
              </a:rPr>
              <a:t>les </a:t>
            </a:r>
            <a:r>
              <a:rPr sz="2000" spc="-10" dirty="0">
                <a:solidFill>
                  <a:srgbClr val="FFFFFF"/>
                </a:solidFill>
                <a:latin typeface="Trebuchet MS"/>
                <a:cs typeface="Trebuchet MS"/>
              </a:rPr>
              <a:t>améliorations</a:t>
            </a:r>
            <a:r>
              <a:rPr sz="20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rebuchet MS"/>
                <a:cs typeface="Trebuchet MS"/>
              </a:rPr>
              <a:t>cessent,</a:t>
            </a:r>
            <a:r>
              <a:rPr sz="20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rebuchet MS"/>
                <a:cs typeface="Trebuchet MS"/>
              </a:rPr>
              <a:t>tout</a:t>
            </a:r>
            <a:r>
              <a:rPr sz="20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en</a:t>
            </a:r>
            <a:r>
              <a:rPr sz="20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Trebuchet MS"/>
                <a:cs typeface="Trebuchet MS"/>
              </a:rPr>
              <a:t>étant</a:t>
            </a:r>
            <a:r>
              <a:rPr sz="20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configuré</a:t>
            </a:r>
            <a:r>
              <a:rPr sz="20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60" dirty="0">
                <a:solidFill>
                  <a:srgbClr val="FFFFFF"/>
                </a:solidFill>
                <a:latin typeface="Trebuchet MS"/>
                <a:cs typeface="Trebuchet MS"/>
              </a:rPr>
              <a:t>pour</a:t>
            </a:r>
            <a:r>
              <a:rPr sz="20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Trebuchet MS"/>
                <a:cs typeface="Trebuchet MS"/>
              </a:rPr>
              <a:t>utiliser</a:t>
            </a:r>
            <a:r>
              <a:rPr sz="20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FFFFFF"/>
                </a:solidFill>
                <a:latin typeface="Trebuchet MS"/>
                <a:cs typeface="Trebuchet MS"/>
              </a:rPr>
              <a:t>le</a:t>
            </a:r>
            <a:r>
              <a:rPr sz="20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rebuchet MS"/>
                <a:cs typeface="Trebuchet MS"/>
              </a:rPr>
              <a:t>CPU.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4133215"/>
          </a:xfrm>
          <a:custGeom>
            <a:avLst/>
            <a:gdLst/>
            <a:ahLst/>
            <a:cxnLst/>
            <a:rect l="l" t="t" r="r" b="b"/>
            <a:pathLst>
              <a:path w="18288000" h="4133215">
                <a:moveTo>
                  <a:pt x="18287998" y="4133014"/>
                </a:moveTo>
                <a:lnTo>
                  <a:pt x="0" y="413301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4133014"/>
                </a:lnTo>
                <a:close/>
              </a:path>
            </a:pathLst>
          </a:custGeom>
          <a:solidFill>
            <a:srgbClr val="EBD9A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19284" y="4468584"/>
            <a:ext cx="7934324" cy="44672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6892" y="997648"/>
            <a:ext cx="14415135" cy="220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1000"/>
              </a:lnSpc>
              <a:spcBef>
                <a:spcPts val="100"/>
              </a:spcBef>
            </a:pPr>
            <a:r>
              <a:rPr sz="9200" spc="-580" dirty="0">
                <a:solidFill>
                  <a:srgbClr val="000000"/>
                </a:solidFill>
                <a:latin typeface="Arial Black"/>
                <a:cs typeface="Arial Black"/>
              </a:rPr>
              <a:t>Classification</a:t>
            </a:r>
            <a:r>
              <a:rPr sz="9200" spc="-635" dirty="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sz="9200" spc="-560" dirty="0">
                <a:solidFill>
                  <a:srgbClr val="000000"/>
                </a:solidFill>
                <a:latin typeface="Arial Black"/>
                <a:cs typeface="Arial Black"/>
              </a:rPr>
              <a:t>supervisée</a:t>
            </a:r>
            <a:endParaRPr sz="9200">
              <a:latin typeface="Arial Black"/>
              <a:cs typeface="Arial Black"/>
            </a:endParaRPr>
          </a:p>
          <a:p>
            <a:pPr algn="ctr">
              <a:lnSpc>
                <a:spcPts val="6200"/>
              </a:lnSpc>
            </a:pPr>
            <a:r>
              <a:rPr sz="5200" spc="-175" dirty="0">
                <a:solidFill>
                  <a:srgbClr val="000000"/>
                </a:solidFill>
                <a:latin typeface="Lucida Sans Unicode"/>
                <a:cs typeface="Lucida Sans Unicode"/>
              </a:rPr>
              <a:t>2nd</a:t>
            </a:r>
            <a:r>
              <a:rPr sz="5200" spc="-295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5200" spc="-70" dirty="0">
                <a:solidFill>
                  <a:srgbClr val="000000"/>
                </a:solidFill>
                <a:latin typeface="Lucida Sans Unicode"/>
                <a:cs typeface="Lucida Sans Unicode"/>
              </a:rPr>
              <a:t>modèle</a:t>
            </a:r>
            <a:r>
              <a:rPr sz="5200" spc="-315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5200" spc="-1360" dirty="0">
                <a:solidFill>
                  <a:srgbClr val="000000"/>
                </a:solidFill>
                <a:latin typeface="Lucida Sans Unicode"/>
                <a:cs typeface="Lucida Sans Unicode"/>
              </a:rPr>
              <a:t>-</a:t>
            </a:r>
            <a:r>
              <a:rPr sz="5200" spc="-295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5200" spc="-50" dirty="0">
                <a:solidFill>
                  <a:srgbClr val="000000"/>
                </a:solidFill>
                <a:latin typeface="Lucida Sans Unicode"/>
                <a:cs typeface="Lucida Sans Unicode"/>
              </a:rPr>
              <a:t>Data</a:t>
            </a:r>
            <a:r>
              <a:rPr sz="5200" spc="-300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5200" spc="-10" dirty="0">
                <a:solidFill>
                  <a:srgbClr val="000000"/>
                </a:solidFill>
                <a:latin typeface="Lucida Sans Unicode"/>
                <a:cs typeface="Lucida Sans Unicode"/>
              </a:rPr>
              <a:t>augmentation</a:t>
            </a:r>
            <a:endParaRPr sz="52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08117" y="4823846"/>
            <a:ext cx="221107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500" spc="-25" dirty="0">
                <a:solidFill>
                  <a:srgbClr val="FFFFFF"/>
                </a:solidFill>
                <a:latin typeface="Arial Black"/>
                <a:cs typeface="Arial Black"/>
              </a:rPr>
              <a:t>rotation_range=20, </a:t>
            </a:r>
            <a:r>
              <a:rPr sz="1500" spc="-65" dirty="0">
                <a:solidFill>
                  <a:srgbClr val="FFFFFF"/>
                </a:solidFill>
                <a:latin typeface="Arial Black"/>
                <a:cs typeface="Arial Black"/>
              </a:rPr>
              <a:t>width_shift_range=0.2, </a:t>
            </a:r>
            <a:r>
              <a:rPr sz="1500" spc="-85" dirty="0">
                <a:solidFill>
                  <a:srgbClr val="FFFFFF"/>
                </a:solidFill>
                <a:latin typeface="Arial Black"/>
                <a:cs typeface="Arial Black"/>
              </a:rPr>
              <a:t>height_shift_range=0.2, </a:t>
            </a:r>
            <a:r>
              <a:rPr sz="1500" spc="-20" dirty="0">
                <a:solidFill>
                  <a:srgbClr val="FFFFFF"/>
                </a:solidFill>
                <a:latin typeface="Arial Black"/>
                <a:cs typeface="Arial Black"/>
              </a:rPr>
              <a:t>horizontal_flip=True,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571" y="6592308"/>
            <a:ext cx="5904865" cy="73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</a:pPr>
            <a:r>
              <a:rPr sz="2000" spc="125" dirty="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sz="20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transforme</a:t>
            </a:r>
            <a:r>
              <a:rPr sz="20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les</a:t>
            </a:r>
            <a:r>
              <a:rPr sz="20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images</a:t>
            </a:r>
            <a:r>
              <a:rPr sz="20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Trebuchet MS"/>
                <a:cs typeface="Trebuchet MS"/>
              </a:rPr>
              <a:t>du</a:t>
            </a:r>
            <a:r>
              <a:rPr sz="20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rebuchet MS"/>
                <a:cs typeface="Trebuchet MS"/>
              </a:rPr>
              <a:t>dataset</a:t>
            </a:r>
            <a:r>
              <a:rPr sz="20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Trebuchet MS"/>
                <a:cs typeface="Trebuchet MS"/>
              </a:rPr>
              <a:t>train</a:t>
            </a:r>
            <a:r>
              <a:rPr sz="20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mais</a:t>
            </a:r>
            <a:r>
              <a:rPr sz="20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35" dirty="0">
                <a:solidFill>
                  <a:srgbClr val="FFFFFF"/>
                </a:solidFill>
                <a:latin typeface="Trebuchet MS"/>
                <a:cs typeface="Trebuchet MS"/>
              </a:rPr>
              <a:t>pas </a:t>
            </a:r>
            <a:r>
              <a:rPr sz="2000" spc="75" dirty="0">
                <a:solidFill>
                  <a:srgbClr val="FFFFFF"/>
                </a:solidFill>
                <a:latin typeface="Trebuchet MS"/>
                <a:cs typeface="Trebuchet MS"/>
              </a:rPr>
              <a:t>du</a:t>
            </a:r>
            <a:r>
              <a:rPr sz="20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rebuchet MS"/>
                <a:cs typeface="Trebuchet MS"/>
              </a:rPr>
              <a:t>dataset</a:t>
            </a:r>
            <a:r>
              <a:rPr sz="20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rebuchet MS"/>
                <a:cs typeface="Trebuchet MS"/>
              </a:rPr>
              <a:t>test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9571" y="4861946"/>
            <a:ext cx="18580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75" dirty="0">
                <a:solidFill>
                  <a:srgbClr val="FFFFFF"/>
                </a:solidFill>
                <a:latin typeface="Arial Black"/>
                <a:cs typeface="Arial Black"/>
              </a:rPr>
              <a:t>modèle</a:t>
            </a:r>
            <a:r>
              <a:rPr sz="1500" spc="-60" dirty="0">
                <a:solidFill>
                  <a:srgbClr val="FFFFFF"/>
                </a:solidFill>
                <a:latin typeface="Arial Black"/>
                <a:cs typeface="Arial Black"/>
              </a:rPr>
              <a:t> identique </a:t>
            </a:r>
            <a:r>
              <a:rPr sz="1500" spc="-70" dirty="0">
                <a:solidFill>
                  <a:srgbClr val="FFFFFF"/>
                </a:solidFill>
                <a:latin typeface="Arial Black"/>
                <a:cs typeface="Arial Black"/>
              </a:rPr>
              <a:t>+</a:t>
            </a:r>
            <a:endParaRPr sz="15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BD9A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434" y="3030000"/>
            <a:ext cx="8372474" cy="42290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7405" y="3030000"/>
            <a:ext cx="8372474" cy="42290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15257" y="1009681"/>
            <a:ext cx="15113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50" dirty="0">
                <a:solidFill>
                  <a:srgbClr val="252920"/>
                </a:solidFill>
                <a:latin typeface="Arial Black"/>
                <a:cs typeface="Arial Black"/>
              </a:rPr>
              <a:t>Résultats</a:t>
            </a:r>
            <a:endParaRPr sz="25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BD9A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434" y="3030000"/>
            <a:ext cx="8372474" cy="42290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7405" y="3030000"/>
            <a:ext cx="8372474" cy="422909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6590594" y="6288296"/>
            <a:ext cx="608330" cy="1626870"/>
          </a:xfrm>
          <a:custGeom>
            <a:avLst/>
            <a:gdLst/>
            <a:ahLst/>
            <a:cxnLst/>
            <a:rect l="l" t="t" r="r" b="b"/>
            <a:pathLst>
              <a:path w="608329" h="1626870">
                <a:moveTo>
                  <a:pt x="341227" y="1626364"/>
                </a:moveTo>
                <a:lnTo>
                  <a:pt x="266885" y="1626364"/>
                </a:lnTo>
                <a:lnTo>
                  <a:pt x="266885" y="148294"/>
                </a:lnTo>
                <a:lnTo>
                  <a:pt x="54417" y="375542"/>
                </a:lnTo>
                <a:lnTo>
                  <a:pt x="0" y="325125"/>
                </a:lnTo>
                <a:lnTo>
                  <a:pt x="304056" y="0"/>
                </a:lnTo>
                <a:lnTo>
                  <a:pt x="608113" y="325125"/>
                </a:lnTo>
                <a:lnTo>
                  <a:pt x="553620" y="375542"/>
                </a:lnTo>
                <a:lnTo>
                  <a:pt x="341227" y="148294"/>
                </a:lnTo>
                <a:lnTo>
                  <a:pt x="341227" y="16263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544493" y="6444033"/>
            <a:ext cx="608330" cy="1626870"/>
          </a:xfrm>
          <a:custGeom>
            <a:avLst/>
            <a:gdLst/>
            <a:ahLst/>
            <a:cxnLst/>
            <a:rect l="l" t="t" r="r" b="b"/>
            <a:pathLst>
              <a:path w="608330" h="1626870">
                <a:moveTo>
                  <a:pt x="341227" y="1626364"/>
                </a:moveTo>
                <a:lnTo>
                  <a:pt x="266885" y="1626364"/>
                </a:lnTo>
                <a:lnTo>
                  <a:pt x="266885" y="148294"/>
                </a:lnTo>
                <a:lnTo>
                  <a:pt x="54417" y="375542"/>
                </a:lnTo>
                <a:lnTo>
                  <a:pt x="0" y="325125"/>
                </a:lnTo>
                <a:lnTo>
                  <a:pt x="304056" y="0"/>
                </a:lnTo>
                <a:lnTo>
                  <a:pt x="608113" y="325125"/>
                </a:lnTo>
                <a:lnTo>
                  <a:pt x="553620" y="375542"/>
                </a:lnTo>
                <a:lnTo>
                  <a:pt x="341227" y="148294"/>
                </a:lnTo>
                <a:lnTo>
                  <a:pt x="341227" y="16263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93678" y="3030000"/>
            <a:ext cx="1873885" cy="4227195"/>
          </a:xfrm>
          <a:custGeom>
            <a:avLst/>
            <a:gdLst/>
            <a:ahLst/>
            <a:cxnLst/>
            <a:rect l="l" t="t" r="r" b="b"/>
            <a:pathLst>
              <a:path w="1873884" h="4227195">
                <a:moveTo>
                  <a:pt x="1873508" y="4226998"/>
                </a:moveTo>
                <a:lnTo>
                  <a:pt x="0" y="4226998"/>
                </a:lnTo>
                <a:lnTo>
                  <a:pt x="0" y="0"/>
                </a:lnTo>
                <a:lnTo>
                  <a:pt x="1873508" y="0"/>
                </a:lnTo>
                <a:lnTo>
                  <a:pt x="1873508" y="4226998"/>
                </a:lnTo>
                <a:close/>
              </a:path>
            </a:pathLst>
          </a:custGeom>
          <a:solidFill>
            <a:srgbClr val="FE0000">
              <a:alpha val="40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5528" rIns="0" bIns="0" rtlCol="0">
            <a:spAutoFit/>
          </a:bodyPr>
          <a:lstStyle/>
          <a:p>
            <a:pPr marL="1646555">
              <a:lnSpc>
                <a:spcPct val="100000"/>
              </a:lnSpc>
              <a:spcBef>
                <a:spcPts val="100"/>
              </a:spcBef>
            </a:pPr>
            <a:r>
              <a:rPr spc="-150" dirty="0">
                <a:solidFill>
                  <a:srgbClr val="252920"/>
                </a:solidFill>
                <a:latin typeface="Arial Black"/>
                <a:cs typeface="Arial Black"/>
              </a:rPr>
              <a:t>Résultats</a:t>
            </a:r>
          </a:p>
        </p:txBody>
      </p:sp>
      <p:sp>
        <p:nvSpPr>
          <p:cNvPr id="9" name="object 9"/>
          <p:cNvSpPr/>
          <p:nvPr/>
        </p:nvSpPr>
        <p:spPr>
          <a:xfrm>
            <a:off x="15847576" y="3030000"/>
            <a:ext cx="2040889" cy="4224655"/>
          </a:xfrm>
          <a:custGeom>
            <a:avLst/>
            <a:gdLst/>
            <a:ahLst/>
            <a:cxnLst/>
            <a:rect l="l" t="t" r="r" b="b"/>
            <a:pathLst>
              <a:path w="2040890" h="4224655">
                <a:moveTo>
                  <a:pt x="2040582" y="4224643"/>
                </a:moveTo>
                <a:lnTo>
                  <a:pt x="0" y="4224643"/>
                </a:lnTo>
                <a:lnTo>
                  <a:pt x="0" y="0"/>
                </a:lnTo>
                <a:lnTo>
                  <a:pt x="2040582" y="0"/>
                </a:lnTo>
                <a:lnTo>
                  <a:pt x="2040582" y="4224643"/>
                </a:lnTo>
                <a:close/>
              </a:path>
            </a:pathLst>
          </a:custGeom>
          <a:solidFill>
            <a:srgbClr val="FE0000">
              <a:alpha val="40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521727" y="7900223"/>
            <a:ext cx="74422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540" dirty="0">
                <a:solidFill>
                  <a:srgbClr val="252920"/>
                </a:solidFill>
                <a:latin typeface="Arial Black"/>
                <a:cs typeface="Arial Black"/>
              </a:rPr>
              <a:t>es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475624" y="8055960"/>
            <a:ext cx="74422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540" dirty="0">
                <a:solidFill>
                  <a:srgbClr val="252920"/>
                </a:solidFill>
                <a:latin typeface="Arial Black"/>
                <a:cs typeface="Arial Black"/>
              </a:rPr>
              <a:t>es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3883" y="2334043"/>
            <a:ext cx="11811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10" dirty="0">
                <a:solidFill>
                  <a:srgbClr val="252920"/>
                </a:solidFill>
                <a:latin typeface="Arial Black"/>
                <a:cs typeface="Arial Black"/>
              </a:rPr>
              <a:t>modèle</a:t>
            </a:r>
            <a:r>
              <a:rPr sz="2000" spc="-120" dirty="0">
                <a:solidFill>
                  <a:srgbClr val="252920"/>
                </a:solidFill>
                <a:latin typeface="Arial Black"/>
                <a:cs typeface="Arial Black"/>
              </a:rPr>
              <a:t> </a:t>
            </a:r>
            <a:r>
              <a:rPr sz="2000" spc="-95" dirty="0">
                <a:solidFill>
                  <a:srgbClr val="252920"/>
                </a:solidFill>
                <a:latin typeface="Arial Black"/>
                <a:cs typeface="Arial Black"/>
              </a:rPr>
              <a:t>1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05896" y="2334043"/>
            <a:ext cx="384365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10" dirty="0">
                <a:solidFill>
                  <a:srgbClr val="252920"/>
                </a:solidFill>
                <a:latin typeface="Arial Black"/>
                <a:cs typeface="Arial Black"/>
              </a:rPr>
              <a:t>modèle</a:t>
            </a:r>
            <a:r>
              <a:rPr sz="2000" spc="-140" dirty="0">
                <a:solidFill>
                  <a:srgbClr val="252920"/>
                </a:solidFill>
                <a:latin typeface="Arial Black"/>
                <a:cs typeface="Arial Black"/>
              </a:rPr>
              <a:t> </a:t>
            </a:r>
            <a:r>
              <a:rPr sz="2000" spc="-210" dirty="0">
                <a:solidFill>
                  <a:srgbClr val="252920"/>
                </a:solidFill>
                <a:latin typeface="Arial Black"/>
                <a:cs typeface="Arial Black"/>
              </a:rPr>
              <a:t>2</a:t>
            </a:r>
            <a:r>
              <a:rPr sz="2000" spc="-135" dirty="0">
                <a:solidFill>
                  <a:srgbClr val="252920"/>
                </a:solidFill>
                <a:latin typeface="Arial Black"/>
                <a:cs typeface="Arial Black"/>
              </a:rPr>
              <a:t> </a:t>
            </a:r>
            <a:r>
              <a:rPr sz="2000" spc="-20" dirty="0">
                <a:solidFill>
                  <a:srgbClr val="252920"/>
                </a:solidFill>
                <a:latin typeface="Arial Black"/>
                <a:cs typeface="Arial Black"/>
              </a:rPr>
              <a:t>-</a:t>
            </a:r>
            <a:r>
              <a:rPr sz="2000" spc="-135" dirty="0">
                <a:solidFill>
                  <a:srgbClr val="252920"/>
                </a:solidFill>
                <a:latin typeface="Arial Black"/>
                <a:cs typeface="Arial Black"/>
              </a:rPr>
              <a:t> </a:t>
            </a:r>
            <a:r>
              <a:rPr sz="2000" spc="-100" dirty="0">
                <a:solidFill>
                  <a:srgbClr val="252920"/>
                </a:solidFill>
                <a:latin typeface="Arial Black"/>
                <a:cs typeface="Arial Black"/>
              </a:rPr>
              <a:t>data</a:t>
            </a:r>
            <a:r>
              <a:rPr sz="2000" spc="-140" dirty="0">
                <a:solidFill>
                  <a:srgbClr val="252920"/>
                </a:solidFill>
                <a:latin typeface="Arial Black"/>
                <a:cs typeface="Arial Black"/>
              </a:rPr>
              <a:t> </a:t>
            </a:r>
            <a:r>
              <a:rPr sz="2000" spc="-70" dirty="0">
                <a:solidFill>
                  <a:srgbClr val="252920"/>
                </a:solidFill>
                <a:latin typeface="Arial Black"/>
                <a:cs typeface="Arial Black"/>
              </a:rPr>
              <a:t>augmentation</a:t>
            </a:r>
            <a:endParaRPr sz="20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BD9A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7405" y="2845242"/>
            <a:ext cx="6667499" cy="34861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6434" y="2845242"/>
            <a:ext cx="6667499" cy="34861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6434" y="6516020"/>
            <a:ext cx="5333999" cy="30765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17405" y="6516020"/>
            <a:ext cx="5305424" cy="307657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5528" rIns="0" bIns="0" rtlCol="0">
            <a:spAutoFit/>
          </a:bodyPr>
          <a:lstStyle/>
          <a:p>
            <a:pPr marL="1646555">
              <a:lnSpc>
                <a:spcPct val="100000"/>
              </a:lnSpc>
              <a:spcBef>
                <a:spcPts val="100"/>
              </a:spcBef>
            </a:pPr>
            <a:r>
              <a:rPr spc="-150" dirty="0">
                <a:solidFill>
                  <a:srgbClr val="252920"/>
                </a:solidFill>
                <a:latin typeface="Arial Black"/>
                <a:cs typeface="Arial Black"/>
              </a:rPr>
              <a:t>Résultats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83883" y="2334043"/>
            <a:ext cx="11811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10" dirty="0">
                <a:solidFill>
                  <a:srgbClr val="252920"/>
                </a:solidFill>
                <a:latin typeface="Arial Black"/>
                <a:cs typeface="Arial Black"/>
              </a:rPr>
              <a:t>modèle</a:t>
            </a:r>
            <a:r>
              <a:rPr sz="2000" spc="-120" dirty="0">
                <a:solidFill>
                  <a:srgbClr val="252920"/>
                </a:solidFill>
                <a:latin typeface="Arial Black"/>
                <a:cs typeface="Arial Black"/>
              </a:rPr>
              <a:t> </a:t>
            </a:r>
            <a:r>
              <a:rPr sz="2000" spc="-95" dirty="0">
                <a:solidFill>
                  <a:srgbClr val="252920"/>
                </a:solidFill>
                <a:latin typeface="Arial Black"/>
                <a:cs typeface="Arial Black"/>
              </a:rPr>
              <a:t>1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05896" y="2334043"/>
            <a:ext cx="384365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10" dirty="0">
                <a:solidFill>
                  <a:srgbClr val="252920"/>
                </a:solidFill>
                <a:latin typeface="Arial Black"/>
                <a:cs typeface="Arial Black"/>
              </a:rPr>
              <a:t>modèle</a:t>
            </a:r>
            <a:r>
              <a:rPr sz="2000" spc="-140" dirty="0">
                <a:solidFill>
                  <a:srgbClr val="252920"/>
                </a:solidFill>
                <a:latin typeface="Arial Black"/>
                <a:cs typeface="Arial Black"/>
              </a:rPr>
              <a:t> </a:t>
            </a:r>
            <a:r>
              <a:rPr sz="2000" spc="-210" dirty="0">
                <a:solidFill>
                  <a:srgbClr val="252920"/>
                </a:solidFill>
                <a:latin typeface="Arial Black"/>
                <a:cs typeface="Arial Black"/>
              </a:rPr>
              <a:t>2</a:t>
            </a:r>
            <a:r>
              <a:rPr sz="2000" spc="-135" dirty="0">
                <a:solidFill>
                  <a:srgbClr val="252920"/>
                </a:solidFill>
                <a:latin typeface="Arial Black"/>
                <a:cs typeface="Arial Black"/>
              </a:rPr>
              <a:t> </a:t>
            </a:r>
            <a:r>
              <a:rPr sz="2000" spc="-20" dirty="0">
                <a:solidFill>
                  <a:srgbClr val="252920"/>
                </a:solidFill>
                <a:latin typeface="Arial Black"/>
                <a:cs typeface="Arial Black"/>
              </a:rPr>
              <a:t>-</a:t>
            </a:r>
            <a:r>
              <a:rPr sz="2000" spc="-135" dirty="0">
                <a:solidFill>
                  <a:srgbClr val="252920"/>
                </a:solidFill>
                <a:latin typeface="Arial Black"/>
                <a:cs typeface="Arial Black"/>
              </a:rPr>
              <a:t> </a:t>
            </a:r>
            <a:r>
              <a:rPr sz="2000" spc="-100" dirty="0">
                <a:solidFill>
                  <a:srgbClr val="252920"/>
                </a:solidFill>
                <a:latin typeface="Arial Black"/>
                <a:cs typeface="Arial Black"/>
              </a:rPr>
              <a:t>data</a:t>
            </a:r>
            <a:r>
              <a:rPr sz="2000" spc="-140" dirty="0">
                <a:solidFill>
                  <a:srgbClr val="252920"/>
                </a:solidFill>
                <a:latin typeface="Arial Black"/>
                <a:cs typeface="Arial Black"/>
              </a:rPr>
              <a:t> </a:t>
            </a:r>
            <a:r>
              <a:rPr sz="2000" spc="-70" dirty="0">
                <a:solidFill>
                  <a:srgbClr val="252920"/>
                </a:solidFill>
                <a:latin typeface="Arial Black"/>
                <a:cs typeface="Arial Black"/>
              </a:rPr>
              <a:t>augmentation</a:t>
            </a:r>
            <a:endParaRPr sz="20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8372475" cy="10287000"/>
          </a:xfrm>
          <a:custGeom>
            <a:avLst/>
            <a:gdLst/>
            <a:ahLst/>
            <a:cxnLst/>
            <a:rect l="l" t="t" r="r" b="b"/>
            <a:pathLst>
              <a:path w="8372475" h="10287000">
                <a:moveTo>
                  <a:pt x="8372467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8372467" y="0"/>
                </a:lnTo>
                <a:lnTo>
                  <a:pt x="8372467" y="10286999"/>
                </a:lnTo>
                <a:close/>
              </a:path>
            </a:pathLst>
          </a:custGeom>
          <a:solidFill>
            <a:srgbClr val="A18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144000" y="1849915"/>
            <a:ext cx="9144000" cy="66675"/>
          </a:xfrm>
          <a:custGeom>
            <a:avLst/>
            <a:gdLst/>
            <a:ahLst/>
            <a:cxnLst/>
            <a:rect l="l" t="t" r="r" b="b"/>
            <a:pathLst>
              <a:path w="9144000" h="66675">
                <a:moveTo>
                  <a:pt x="9143999" y="66674"/>
                </a:moveTo>
                <a:lnTo>
                  <a:pt x="0" y="66674"/>
                </a:lnTo>
                <a:lnTo>
                  <a:pt x="0" y="0"/>
                </a:lnTo>
                <a:lnTo>
                  <a:pt x="9143999" y="0"/>
                </a:lnTo>
                <a:lnTo>
                  <a:pt x="9143999" y="66674"/>
                </a:lnTo>
                <a:close/>
              </a:path>
            </a:pathLst>
          </a:custGeom>
          <a:solidFill>
            <a:srgbClr val="EBD9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44975" y="730117"/>
            <a:ext cx="956944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25" dirty="0">
                <a:solidFill>
                  <a:srgbClr val="EBD9A7"/>
                </a:solidFill>
                <a:latin typeface="Times New Roman"/>
                <a:cs typeface="Times New Roman"/>
              </a:rPr>
              <a:t>API</a:t>
            </a:r>
            <a:endParaRPr sz="45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46062" y="3740150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79449" y="4087812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79449" y="4792662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79449" y="5497512"/>
            <a:ext cx="95250" cy="95249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0612837" y="5854700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4" y="85724"/>
                </a:moveTo>
                <a:lnTo>
                  <a:pt x="0" y="85724"/>
                </a:lnTo>
                <a:lnTo>
                  <a:pt x="0" y="0"/>
                </a:lnTo>
                <a:lnTo>
                  <a:pt x="85724" y="0"/>
                </a:lnTo>
                <a:lnTo>
                  <a:pt x="85724" y="85724"/>
                </a:lnTo>
                <a:close/>
              </a:path>
            </a:pathLst>
          </a:custGeom>
          <a:solidFill>
            <a:srgbClr val="EBD9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612837" y="6559550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4" y="85724"/>
                </a:moveTo>
                <a:lnTo>
                  <a:pt x="0" y="85724"/>
                </a:lnTo>
                <a:lnTo>
                  <a:pt x="0" y="0"/>
                </a:lnTo>
                <a:lnTo>
                  <a:pt x="85724" y="0"/>
                </a:lnTo>
                <a:lnTo>
                  <a:pt x="85724" y="85724"/>
                </a:lnTo>
                <a:close/>
              </a:path>
            </a:pathLst>
          </a:custGeom>
          <a:solidFill>
            <a:srgbClr val="EBD9A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46062" y="6911975"/>
            <a:ext cx="85725" cy="857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79449" y="7259637"/>
            <a:ext cx="95250" cy="952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46062" y="7969250"/>
            <a:ext cx="85725" cy="857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79449" y="8316912"/>
            <a:ext cx="95250" cy="95249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pc="-120" dirty="0"/>
              <a:t>Écriture</a:t>
            </a:r>
            <a:r>
              <a:rPr spc="-130" dirty="0"/>
              <a:t> </a:t>
            </a:r>
            <a:r>
              <a:rPr spc="-165" dirty="0"/>
              <a:t>des</a:t>
            </a:r>
            <a:r>
              <a:rPr spc="-130" dirty="0"/>
              <a:t> </a:t>
            </a:r>
            <a:r>
              <a:rPr spc="-125" dirty="0"/>
              <a:t>données</a:t>
            </a:r>
            <a:r>
              <a:rPr spc="-130" dirty="0"/>
              <a:t> </a:t>
            </a:r>
            <a:r>
              <a:rPr spc="-125" dirty="0"/>
              <a:t>dans</a:t>
            </a:r>
            <a:r>
              <a:rPr spc="-130" dirty="0"/>
              <a:t> </a:t>
            </a:r>
            <a:r>
              <a:rPr spc="-30" dirty="0"/>
              <a:t>un</a:t>
            </a:r>
            <a:r>
              <a:rPr spc="-130" dirty="0"/>
              <a:t> </a:t>
            </a:r>
            <a:r>
              <a:rPr spc="-95" dirty="0"/>
              <a:t>fichier</a:t>
            </a:r>
            <a:r>
              <a:rPr spc="-130" dirty="0"/>
              <a:t> </a:t>
            </a:r>
            <a:r>
              <a:rPr spc="-305" dirty="0"/>
              <a:t>CSV</a:t>
            </a:r>
            <a:r>
              <a:rPr spc="-130" dirty="0"/>
              <a:t> </a:t>
            </a:r>
            <a:r>
              <a:rPr spc="-50" dirty="0"/>
              <a:t>:</a:t>
            </a:r>
          </a:p>
          <a:p>
            <a:pPr marL="443865" marR="640080">
              <a:lnSpc>
                <a:spcPct val="115599"/>
              </a:lnSpc>
            </a:pPr>
            <a:r>
              <a:rPr spc="-10" dirty="0">
                <a:latin typeface="Lucida Sans Unicode"/>
                <a:cs typeface="Lucida Sans Unicode"/>
              </a:rPr>
              <a:t>Ouvre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un</a:t>
            </a:r>
            <a:r>
              <a:rPr spc="-110" dirty="0">
                <a:latin typeface="Lucida Sans Unicode"/>
                <a:cs typeface="Lucida Sans Unicode"/>
              </a:rPr>
              <a:t> </a:t>
            </a:r>
            <a:r>
              <a:rPr spc="-50" dirty="0">
                <a:latin typeface="Lucida Sans Unicode"/>
                <a:cs typeface="Lucida Sans Unicode"/>
              </a:rPr>
              <a:t>fichier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spc="-55" dirty="0">
                <a:latin typeface="Lucida Sans Unicode"/>
                <a:cs typeface="Lucida Sans Unicode"/>
              </a:rPr>
              <a:t>champagne_products.csv</a:t>
            </a:r>
            <a:r>
              <a:rPr spc="-110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en</a:t>
            </a:r>
            <a:r>
              <a:rPr spc="-110" dirty="0">
                <a:latin typeface="Lucida Sans Unicode"/>
                <a:cs typeface="Lucida Sans Unicode"/>
              </a:rPr>
              <a:t> </a:t>
            </a:r>
            <a:r>
              <a:rPr spc="-20" dirty="0">
                <a:latin typeface="Lucida Sans Unicode"/>
                <a:cs typeface="Lucida Sans Unicode"/>
              </a:rPr>
              <a:t>mode </a:t>
            </a:r>
            <a:r>
              <a:rPr spc="-10" dirty="0">
                <a:latin typeface="Lucida Sans Unicode"/>
                <a:cs typeface="Lucida Sans Unicode"/>
              </a:rPr>
              <a:t>écriture.</a:t>
            </a:r>
          </a:p>
          <a:p>
            <a:pPr marL="443865" marR="285115">
              <a:lnSpc>
                <a:spcPct val="115599"/>
              </a:lnSpc>
            </a:pPr>
            <a:r>
              <a:rPr spc="-40" dirty="0">
                <a:latin typeface="Lucida Sans Unicode"/>
                <a:cs typeface="Lucida Sans Unicode"/>
              </a:rPr>
              <a:t>Écrit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spc="-55" dirty="0">
                <a:latin typeface="Lucida Sans Unicode"/>
                <a:cs typeface="Lucida Sans Unicode"/>
              </a:rPr>
              <a:t>les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spc="-190" dirty="0">
                <a:latin typeface="Lucida Sans Unicode"/>
                <a:cs typeface="Lucida Sans Unicode"/>
              </a:rPr>
              <a:t>en-</a:t>
            </a:r>
            <a:r>
              <a:rPr spc="-35" dirty="0">
                <a:latin typeface="Lucida Sans Unicode"/>
                <a:cs typeface="Lucida Sans Unicode"/>
              </a:rPr>
              <a:t>têtes</a:t>
            </a:r>
            <a:r>
              <a:rPr spc="-100" dirty="0">
                <a:latin typeface="Lucida Sans Unicode"/>
                <a:cs typeface="Lucida Sans Unicode"/>
              </a:rPr>
              <a:t> </a:t>
            </a:r>
            <a:r>
              <a:rPr spc="-45" dirty="0">
                <a:latin typeface="Lucida Sans Unicode"/>
                <a:cs typeface="Lucida Sans Unicode"/>
              </a:rPr>
              <a:t>des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spc="-45" dirty="0">
                <a:latin typeface="Lucida Sans Unicode"/>
                <a:cs typeface="Lucida Sans Unicode"/>
              </a:rPr>
              <a:t>colonnes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spc="-114" dirty="0">
                <a:latin typeface="Lucida Sans Unicode"/>
                <a:cs typeface="Lucida Sans Unicode"/>
              </a:rPr>
              <a:t>:</a:t>
            </a:r>
            <a:r>
              <a:rPr spc="-100" dirty="0">
                <a:latin typeface="Lucida Sans Unicode"/>
                <a:cs typeface="Lucida Sans Unicode"/>
              </a:rPr>
              <a:t> </a:t>
            </a:r>
            <a:r>
              <a:rPr spc="-60" dirty="0">
                <a:latin typeface="Lucida Sans Unicode"/>
                <a:cs typeface="Lucida Sans Unicode"/>
              </a:rPr>
              <a:t>foodId,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spc="-60" dirty="0">
                <a:latin typeface="Lucida Sans Unicode"/>
                <a:cs typeface="Lucida Sans Unicode"/>
              </a:rPr>
              <a:t>label,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spc="-25" dirty="0">
                <a:latin typeface="Lucida Sans Unicode"/>
                <a:cs typeface="Lucida Sans Unicode"/>
              </a:rPr>
              <a:t>category, </a:t>
            </a:r>
            <a:r>
              <a:rPr spc="-55" dirty="0">
                <a:latin typeface="Lucida Sans Unicode"/>
                <a:cs typeface="Lucida Sans Unicode"/>
              </a:rPr>
              <a:t>foodContentsLabel,</a:t>
            </a:r>
            <a:r>
              <a:rPr dirty="0">
                <a:latin typeface="Lucida Sans Unicode"/>
                <a:cs typeface="Lucida Sans Unicode"/>
              </a:rPr>
              <a:t> </a:t>
            </a:r>
            <a:r>
              <a:rPr spc="-10" dirty="0">
                <a:latin typeface="Lucida Sans Unicode"/>
                <a:cs typeface="Lucida Sans Unicode"/>
              </a:rPr>
              <a:t>image.</a:t>
            </a:r>
          </a:p>
          <a:p>
            <a:pPr marL="443865">
              <a:lnSpc>
                <a:spcPct val="100000"/>
              </a:lnSpc>
              <a:spcBef>
                <a:spcPts val="375"/>
              </a:spcBef>
            </a:pPr>
            <a:r>
              <a:rPr dirty="0">
                <a:latin typeface="Lucida Sans Unicode"/>
                <a:cs typeface="Lucida Sans Unicode"/>
              </a:rPr>
              <a:t>Pour</a:t>
            </a:r>
            <a:r>
              <a:rPr spc="-100" dirty="0">
                <a:latin typeface="Lucida Sans Unicode"/>
                <a:cs typeface="Lucida Sans Unicode"/>
              </a:rPr>
              <a:t> </a:t>
            </a:r>
            <a:r>
              <a:rPr spc="-25" dirty="0">
                <a:latin typeface="Lucida Sans Unicode"/>
                <a:cs typeface="Lucida Sans Unicode"/>
              </a:rPr>
              <a:t>chaque</a:t>
            </a:r>
            <a:r>
              <a:rPr spc="-95" dirty="0">
                <a:latin typeface="Lucida Sans Unicode"/>
                <a:cs typeface="Lucida Sans Unicode"/>
              </a:rPr>
              <a:t> </a:t>
            </a:r>
            <a:r>
              <a:rPr spc="-40" dirty="0">
                <a:latin typeface="Lucida Sans Unicode"/>
                <a:cs typeface="Lucida Sans Unicode"/>
              </a:rPr>
              <a:t>produit</a:t>
            </a:r>
            <a:r>
              <a:rPr spc="-95" dirty="0">
                <a:latin typeface="Lucida Sans Unicode"/>
                <a:cs typeface="Lucida Sans Unicode"/>
              </a:rPr>
              <a:t> </a:t>
            </a:r>
            <a:r>
              <a:rPr spc="-55" dirty="0">
                <a:latin typeface="Lucida Sans Unicode"/>
                <a:cs typeface="Lucida Sans Unicode"/>
              </a:rPr>
              <a:t>extrait</a:t>
            </a:r>
            <a:r>
              <a:rPr spc="-100" dirty="0">
                <a:latin typeface="Lucida Sans Unicode"/>
                <a:cs typeface="Lucida Sans Unicode"/>
              </a:rPr>
              <a:t> </a:t>
            </a:r>
            <a:r>
              <a:rPr spc="-50" dirty="0">
                <a:latin typeface="Lucida Sans Unicode"/>
                <a:cs typeface="Lucida Sans Unicode"/>
              </a:rPr>
              <a:t>:</a:t>
            </a:r>
          </a:p>
          <a:p>
            <a:pPr marL="876300" marR="311150">
              <a:lnSpc>
                <a:spcPct val="115599"/>
              </a:lnSpc>
            </a:pPr>
            <a:r>
              <a:rPr spc="-30" dirty="0">
                <a:latin typeface="Lucida Sans Unicode"/>
                <a:cs typeface="Lucida Sans Unicode"/>
              </a:rPr>
              <a:t>Récupère</a:t>
            </a:r>
            <a:r>
              <a:rPr spc="-95" dirty="0">
                <a:latin typeface="Lucida Sans Unicode"/>
                <a:cs typeface="Lucida Sans Unicode"/>
              </a:rPr>
              <a:t> </a:t>
            </a:r>
            <a:r>
              <a:rPr spc="-55" dirty="0">
                <a:latin typeface="Lucida Sans Unicode"/>
                <a:cs typeface="Lucida Sans Unicode"/>
              </a:rPr>
              <a:t>les</a:t>
            </a:r>
            <a:r>
              <a:rPr spc="-90" dirty="0">
                <a:latin typeface="Lucida Sans Unicode"/>
                <a:cs typeface="Lucida Sans Unicode"/>
              </a:rPr>
              <a:t> </a:t>
            </a:r>
            <a:r>
              <a:rPr spc="-45" dirty="0">
                <a:latin typeface="Lucida Sans Unicode"/>
                <a:cs typeface="Lucida Sans Unicode"/>
              </a:rPr>
              <a:t>informations</a:t>
            </a:r>
            <a:r>
              <a:rPr spc="-90" dirty="0">
                <a:latin typeface="Lucida Sans Unicode"/>
                <a:cs typeface="Lucida Sans Unicode"/>
              </a:rPr>
              <a:t> </a:t>
            </a:r>
            <a:r>
              <a:rPr spc="-114" dirty="0">
                <a:latin typeface="Lucida Sans Unicode"/>
                <a:cs typeface="Lucida Sans Unicode"/>
              </a:rPr>
              <a:t>:</a:t>
            </a:r>
            <a:r>
              <a:rPr spc="-90" dirty="0">
                <a:latin typeface="Lucida Sans Unicode"/>
                <a:cs typeface="Lucida Sans Unicode"/>
              </a:rPr>
              <a:t> </a:t>
            </a:r>
            <a:r>
              <a:rPr spc="-60" dirty="0">
                <a:latin typeface="Lucida Sans Unicode"/>
                <a:cs typeface="Lucida Sans Unicode"/>
              </a:rPr>
              <a:t>foodId,</a:t>
            </a:r>
            <a:r>
              <a:rPr spc="-90" dirty="0">
                <a:latin typeface="Lucida Sans Unicode"/>
                <a:cs typeface="Lucida Sans Unicode"/>
              </a:rPr>
              <a:t> </a:t>
            </a:r>
            <a:r>
              <a:rPr spc="-60" dirty="0">
                <a:latin typeface="Lucida Sans Unicode"/>
                <a:cs typeface="Lucida Sans Unicode"/>
              </a:rPr>
              <a:t>label,</a:t>
            </a:r>
            <a:r>
              <a:rPr spc="-90" dirty="0">
                <a:latin typeface="Lucida Sans Unicode"/>
                <a:cs typeface="Lucida Sans Unicode"/>
              </a:rPr>
              <a:t> </a:t>
            </a:r>
            <a:r>
              <a:rPr spc="-25" dirty="0">
                <a:latin typeface="Lucida Sans Unicode"/>
                <a:cs typeface="Lucida Sans Unicode"/>
              </a:rPr>
              <a:t>category, </a:t>
            </a:r>
            <a:r>
              <a:rPr spc="-55" dirty="0">
                <a:latin typeface="Lucida Sans Unicode"/>
                <a:cs typeface="Lucida Sans Unicode"/>
              </a:rPr>
              <a:t>foodContentsLabel,</a:t>
            </a:r>
            <a:r>
              <a:rPr dirty="0">
                <a:latin typeface="Lucida Sans Unicode"/>
                <a:cs typeface="Lucida Sans Unicode"/>
              </a:rPr>
              <a:t> </a:t>
            </a:r>
            <a:r>
              <a:rPr spc="-10" dirty="0">
                <a:latin typeface="Lucida Sans Unicode"/>
                <a:cs typeface="Lucida Sans Unicode"/>
              </a:rPr>
              <a:t>image.</a:t>
            </a:r>
          </a:p>
          <a:p>
            <a:pPr marL="876300">
              <a:lnSpc>
                <a:spcPct val="100000"/>
              </a:lnSpc>
              <a:spcBef>
                <a:spcPts val="375"/>
              </a:spcBef>
            </a:pPr>
            <a:r>
              <a:rPr spc="-40" dirty="0">
                <a:latin typeface="Lucida Sans Unicode"/>
                <a:cs typeface="Lucida Sans Unicode"/>
              </a:rPr>
              <a:t>Écrit</a:t>
            </a:r>
            <a:r>
              <a:rPr spc="-110" dirty="0">
                <a:latin typeface="Lucida Sans Unicode"/>
                <a:cs typeface="Lucida Sans Unicode"/>
              </a:rPr>
              <a:t> </a:t>
            </a:r>
            <a:r>
              <a:rPr spc="-55" dirty="0">
                <a:latin typeface="Lucida Sans Unicode"/>
                <a:cs typeface="Lucida Sans Unicode"/>
              </a:rPr>
              <a:t>les</a:t>
            </a:r>
            <a:r>
              <a:rPr spc="-110" dirty="0">
                <a:latin typeface="Lucida Sans Unicode"/>
                <a:cs typeface="Lucida Sans Unicode"/>
              </a:rPr>
              <a:t> </a:t>
            </a:r>
            <a:r>
              <a:rPr spc="-30" dirty="0">
                <a:latin typeface="Lucida Sans Unicode"/>
                <a:cs typeface="Lucida Sans Unicode"/>
              </a:rPr>
              <a:t>données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spc="-30" dirty="0">
                <a:latin typeface="Lucida Sans Unicode"/>
                <a:cs typeface="Lucida Sans Unicode"/>
              </a:rPr>
              <a:t>dans</a:t>
            </a:r>
            <a:r>
              <a:rPr spc="-110" dirty="0">
                <a:latin typeface="Lucida Sans Unicode"/>
                <a:cs typeface="Lucida Sans Unicode"/>
              </a:rPr>
              <a:t> </a:t>
            </a:r>
            <a:r>
              <a:rPr spc="-45" dirty="0">
                <a:latin typeface="Lucida Sans Unicode"/>
                <a:cs typeface="Lucida Sans Unicode"/>
              </a:rPr>
              <a:t>le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spc="-50" dirty="0">
                <a:latin typeface="Lucida Sans Unicode"/>
                <a:cs typeface="Lucida Sans Unicode"/>
              </a:rPr>
              <a:t>fichier</a:t>
            </a:r>
            <a:r>
              <a:rPr spc="-110" dirty="0">
                <a:latin typeface="Lucida Sans Unicode"/>
                <a:cs typeface="Lucida Sans Unicode"/>
              </a:rPr>
              <a:t> </a:t>
            </a:r>
            <a:r>
              <a:rPr spc="-20" dirty="0">
                <a:latin typeface="Lucida Sans Unicode"/>
                <a:cs typeface="Lucida Sans Unicode"/>
              </a:rPr>
              <a:t>CSV.</a:t>
            </a: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pc="-125" dirty="0"/>
              <a:t>Gestion</a:t>
            </a:r>
            <a:r>
              <a:rPr spc="-130" dirty="0"/>
              <a:t> </a:t>
            </a:r>
            <a:r>
              <a:rPr spc="-165" dirty="0"/>
              <a:t>des</a:t>
            </a:r>
            <a:r>
              <a:rPr spc="-125" dirty="0"/>
              <a:t> </a:t>
            </a:r>
            <a:r>
              <a:rPr spc="-85" dirty="0"/>
              <a:t>erreurs</a:t>
            </a:r>
            <a:r>
              <a:rPr spc="-125" dirty="0"/>
              <a:t> </a:t>
            </a:r>
            <a:r>
              <a:rPr spc="-50" dirty="0"/>
              <a:t>:</a:t>
            </a:r>
          </a:p>
          <a:p>
            <a:pPr marL="443865" marR="5080">
              <a:lnSpc>
                <a:spcPct val="115599"/>
              </a:lnSpc>
            </a:pPr>
            <a:r>
              <a:rPr spc="-20" dirty="0">
                <a:latin typeface="Lucida Sans Unicode"/>
                <a:cs typeface="Lucida Sans Unicode"/>
              </a:rPr>
              <a:t>Si</a:t>
            </a:r>
            <a:r>
              <a:rPr spc="-120" dirty="0">
                <a:latin typeface="Lucida Sans Unicode"/>
                <a:cs typeface="Lucida Sans Unicode"/>
              </a:rPr>
              <a:t> </a:t>
            </a:r>
            <a:r>
              <a:rPr spc="-30" dirty="0">
                <a:latin typeface="Lucida Sans Unicode"/>
                <a:cs typeface="Lucida Sans Unicode"/>
              </a:rPr>
              <a:t>la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spc="-20" dirty="0">
                <a:latin typeface="Lucida Sans Unicode"/>
                <a:cs typeface="Lucida Sans Unicode"/>
              </a:rPr>
              <a:t>requête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spc="-45" dirty="0">
                <a:latin typeface="Lucida Sans Unicode"/>
                <a:cs typeface="Lucida Sans Unicode"/>
              </a:rPr>
              <a:t>échoue,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spc="-55" dirty="0">
                <a:latin typeface="Lucida Sans Unicode"/>
                <a:cs typeface="Lucida Sans Unicode"/>
              </a:rPr>
              <a:t>affiche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un</a:t>
            </a:r>
            <a:r>
              <a:rPr spc="-120" dirty="0">
                <a:latin typeface="Lucida Sans Unicode"/>
                <a:cs typeface="Lucida Sans Unicode"/>
              </a:rPr>
              <a:t> </a:t>
            </a:r>
            <a:r>
              <a:rPr spc="-50" dirty="0">
                <a:latin typeface="Lucida Sans Unicode"/>
                <a:cs typeface="Lucida Sans Unicode"/>
              </a:rPr>
              <a:t>message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spc="-10" dirty="0">
                <a:latin typeface="Lucida Sans Unicode"/>
                <a:cs typeface="Lucida Sans Unicode"/>
              </a:rPr>
              <a:t>d'erreur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spc="-30" dirty="0">
                <a:latin typeface="Lucida Sans Unicode"/>
                <a:cs typeface="Lucida Sans Unicode"/>
              </a:rPr>
              <a:t>avec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spc="-35" dirty="0">
                <a:latin typeface="Lucida Sans Unicode"/>
                <a:cs typeface="Lucida Sans Unicode"/>
              </a:rPr>
              <a:t>le </a:t>
            </a:r>
            <a:r>
              <a:rPr spc="-45" dirty="0">
                <a:latin typeface="Lucida Sans Unicode"/>
                <a:cs typeface="Lucida Sans Unicode"/>
              </a:rPr>
              <a:t>code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de</a:t>
            </a:r>
            <a:r>
              <a:rPr spc="-130" dirty="0">
                <a:latin typeface="Lucida Sans Unicode"/>
                <a:cs typeface="Lucida Sans Unicode"/>
              </a:rPr>
              <a:t> </a:t>
            </a:r>
            <a:r>
              <a:rPr spc="-40" dirty="0">
                <a:latin typeface="Lucida Sans Unicode"/>
                <a:cs typeface="Lucida Sans Unicode"/>
              </a:rPr>
              <a:t>statut</a:t>
            </a:r>
            <a:r>
              <a:rPr spc="-120" dirty="0">
                <a:latin typeface="Lucida Sans Unicode"/>
                <a:cs typeface="Lucida Sans Unicode"/>
              </a:rPr>
              <a:t> </a:t>
            </a:r>
            <a:r>
              <a:rPr spc="-20" dirty="0">
                <a:latin typeface="Lucida Sans Unicode"/>
                <a:cs typeface="Lucida Sans Unicode"/>
              </a:rPr>
              <a:t>HTTP.</a:t>
            </a: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pc="-175" dirty="0"/>
              <a:t>Message</a:t>
            </a:r>
            <a:r>
              <a:rPr spc="-110" dirty="0"/>
              <a:t> </a:t>
            </a:r>
            <a:r>
              <a:rPr spc="-125" dirty="0"/>
              <a:t>de</a:t>
            </a:r>
            <a:r>
              <a:rPr spc="-110" dirty="0"/>
              <a:t> </a:t>
            </a:r>
            <a:r>
              <a:rPr spc="-85" dirty="0"/>
              <a:t>confirmation</a:t>
            </a:r>
            <a:r>
              <a:rPr spc="-105" dirty="0"/>
              <a:t> </a:t>
            </a:r>
            <a:r>
              <a:rPr spc="-50" dirty="0"/>
              <a:t>:</a:t>
            </a:r>
          </a:p>
          <a:p>
            <a:pPr marL="443865" marR="302895">
              <a:lnSpc>
                <a:spcPct val="115599"/>
              </a:lnSpc>
            </a:pPr>
            <a:r>
              <a:rPr spc="-35" dirty="0">
                <a:latin typeface="Lucida Sans Unicode"/>
                <a:cs typeface="Lucida Sans Unicode"/>
              </a:rPr>
              <a:t>Indique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spc="-10" dirty="0">
                <a:latin typeface="Lucida Sans Unicode"/>
                <a:cs typeface="Lucida Sans Unicode"/>
              </a:rPr>
              <a:t>que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spc="-55" dirty="0">
                <a:latin typeface="Lucida Sans Unicode"/>
                <a:cs typeface="Lucida Sans Unicode"/>
              </a:rPr>
              <a:t>les</a:t>
            </a:r>
            <a:r>
              <a:rPr spc="-110" dirty="0">
                <a:latin typeface="Lucida Sans Unicode"/>
                <a:cs typeface="Lucida Sans Unicode"/>
              </a:rPr>
              <a:t> </a:t>
            </a:r>
            <a:r>
              <a:rPr spc="-30" dirty="0">
                <a:latin typeface="Lucida Sans Unicode"/>
                <a:cs typeface="Lucida Sans Unicode"/>
              </a:rPr>
              <a:t>données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spc="-25" dirty="0">
                <a:latin typeface="Lucida Sans Unicode"/>
                <a:cs typeface="Lucida Sans Unicode"/>
              </a:rPr>
              <a:t>ont</a:t>
            </a:r>
            <a:r>
              <a:rPr spc="-110" dirty="0">
                <a:latin typeface="Lucida Sans Unicode"/>
                <a:cs typeface="Lucida Sans Unicode"/>
              </a:rPr>
              <a:t> </a:t>
            </a:r>
            <a:r>
              <a:rPr spc="-10" dirty="0">
                <a:latin typeface="Lucida Sans Unicode"/>
                <a:cs typeface="Lucida Sans Unicode"/>
              </a:rPr>
              <a:t>été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spc="-40" dirty="0">
                <a:latin typeface="Lucida Sans Unicode"/>
                <a:cs typeface="Lucida Sans Unicode"/>
              </a:rPr>
              <a:t>sauvegardées</a:t>
            </a:r>
            <a:r>
              <a:rPr spc="-110" dirty="0">
                <a:latin typeface="Lucida Sans Unicode"/>
                <a:cs typeface="Lucida Sans Unicode"/>
              </a:rPr>
              <a:t> </a:t>
            </a:r>
            <a:r>
              <a:rPr spc="-30" dirty="0">
                <a:latin typeface="Lucida Sans Unicode"/>
                <a:cs typeface="Lucida Sans Unicode"/>
              </a:rPr>
              <a:t>dans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spc="-25" dirty="0">
                <a:latin typeface="Lucida Sans Unicode"/>
                <a:cs typeface="Lucida Sans Unicode"/>
              </a:rPr>
              <a:t>le </a:t>
            </a:r>
            <a:r>
              <a:rPr spc="-50" dirty="0">
                <a:latin typeface="Lucida Sans Unicode"/>
                <a:cs typeface="Lucida Sans Unicode"/>
              </a:rPr>
              <a:t>fichier</a:t>
            </a:r>
            <a:r>
              <a:rPr spc="-110" dirty="0">
                <a:latin typeface="Lucida Sans Unicode"/>
                <a:cs typeface="Lucida Sans Unicode"/>
              </a:rPr>
              <a:t> </a:t>
            </a:r>
            <a:r>
              <a:rPr spc="-20" dirty="0">
                <a:latin typeface="Lucida Sans Unicode"/>
                <a:cs typeface="Lucida Sans Unicode"/>
              </a:rPr>
              <a:t>CSV.</a:t>
            </a: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978" y="3476656"/>
            <a:ext cx="85725" cy="8572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9365" y="4176743"/>
            <a:ext cx="95250" cy="9524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9365" y="4529168"/>
            <a:ext cx="95250" cy="9524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978" y="4886356"/>
            <a:ext cx="85725" cy="8572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9365" y="5234018"/>
            <a:ext cx="95250" cy="9524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978" y="5591206"/>
            <a:ext cx="85725" cy="8572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9365" y="5938868"/>
            <a:ext cx="95250" cy="9524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9365" y="6291293"/>
            <a:ext cx="95250" cy="9524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978" y="6648481"/>
            <a:ext cx="85725" cy="8572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9365" y="6996143"/>
            <a:ext cx="95250" cy="9524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978" y="7705756"/>
            <a:ext cx="85725" cy="8572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9365" y="8053418"/>
            <a:ext cx="95250" cy="95249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1332753" y="8410606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4" y="85724"/>
                </a:moveTo>
                <a:lnTo>
                  <a:pt x="0" y="85724"/>
                </a:lnTo>
                <a:lnTo>
                  <a:pt x="0" y="0"/>
                </a:lnTo>
                <a:lnTo>
                  <a:pt x="85724" y="0"/>
                </a:lnTo>
                <a:lnTo>
                  <a:pt x="85724" y="85724"/>
                </a:lnTo>
                <a:close/>
              </a:path>
            </a:pathLst>
          </a:custGeom>
          <a:solidFill>
            <a:srgbClr val="EBD9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332753" y="8763031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4" y="85724"/>
                </a:moveTo>
                <a:lnTo>
                  <a:pt x="0" y="85724"/>
                </a:lnTo>
                <a:lnTo>
                  <a:pt x="0" y="0"/>
                </a:lnTo>
                <a:lnTo>
                  <a:pt x="85724" y="0"/>
                </a:lnTo>
                <a:lnTo>
                  <a:pt x="85724" y="85724"/>
                </a:lnTo>
                <a:close/>
              </a:path>
            </a:pathLst>
          </a:custGeom>
          <a:solidFill>
            <a:srgbClr val="EBD9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</a:pPr>
            <a:r>
              <a:rPr spc="-70" dirty="0"/>
              <a:t>Définition</a:t>
            </a:r>
            <a:r>
              <a:rPr spc="-105" dirty="0"/>
              <a:t> </a:t>
            </a:r>
            <a:r>
              <a:rPr spc="-165" dirty="0"/>
              <a:t>des</a:t>
            </a:r>
            <a:r>
              <a:rPr spc="-105" dirty="0"/>
              <a:t> </a:t>
            </a:r>
            <a:r>
              <a:rPr spc="-75" dirty="0"/>
              <a:t>informations</a:t>
            </a:r>
            <a:r>
              <a:rPr spc="-105" dirty="0"/>
              <a:t> </a:t>
            </a:r>
            <a:r>
              <a:rPr spc="-85" dirty="0"/>
              <a:t>d'authentification</a:t>
            </a:r>
            <a:r>
              <a:rPr spc="-100" dirty="0"/>
              <a:t> </a:t>
            </a:r>
            <a:r>
              <a:rPr spc="-105" dirty="0"/>
              <a:t>et </a:t>
            </a:r>
            <a:r>
              <a:rPr spc="-125" dirty="0"/>
              <a:t>de</a:t>
            </a:r>
            <a:r>
              <a:rPr spc="-105" dirty="0"/>
              <a:t> </a:t>
            </a:r>
            <a:r>
              <a:rPr spc="-55" dirty="0"/>
              <a:t>l'URL </a:t>
            </a:r>
            <a:r>
              <a:rPr spc="-125" dirty="0"/>
              <a:t>de</a:t>
            </a:r>
            <a:r>
              <a:rPr spc="-145" dirty="0"/>
              <a:t> </a:t>
            </a:r>
            <a:r>
              <a:rPr spc="-120" dirty="0"/>
              <a:t>l'API</a:t>
            </a:r>
            <a:r>
              <a:rPr spc="-140" dirty="0"/>
              <a:t> </a:t>
            </a:r>
            <a:r>
              <a:rPr spc="-50" dirty="0"/>
              <a:t>:</a:t>
            </a:r>
          </a:p>
          <a:p>
            <a:pPr marL="443865">
              <a:lnSpc>
                <a:spcPct val="100000"/>
              </a:lnSpc>
              <a:spcBef>
                <a:spcPts val="375"/>
              </a:spcBef>
            </a:pPr>
            <a:r>
              <a:rPr spc="-70" dirty="0">
                <a:latin typeface="Lucida Sans Unicode"/>
                <a:cs typeface="Lucida Sans Unicode"/>
              </a:rPr>
              <a:t>api_key</a:t>
            </a:r>
            <a:r>
              <a:rPr spc="-110" dirty="0">
                <a:latin typeface="Lucida Sans Unicode"/>
                <a:cs typeface="Lucida Sans Unicode"/>
              </a:rPr>
              <a:t> </a:t>
            </a:r>
            <a:r>
              <a:rPr spc="-114" dirty="0">
                <a:latin typeface="Lucida Sans Unicode"/>
                <a:cs typeface="Lucida Sans Unicode"/>
              </a:rPr>
              <a:t>:</a:t>
            </a:r>
            <a:r>
              <a:rPr spc="-110" dirty="0">
                <a:latin typeface="Lucida Sans Unicode"/>
                <a:cs typeface="Lucida Sans Unicode"/>
              </a:rPr>
              <a:t> </a:t>
            </a:r>
            <a:r>
              <a:rPr spc="-80" dirty="0">
                <a:latin typeface="Lucida Sans Unicode"/>
                <a:cs typeface="Lucida Sans Unicode"/>
              </a:rPr>
              <a:t>Clé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API</a:t>
            </a:r>
            <a:r>
              <a:rPr spc="-110" dirty="0">
                <a:latin typeface="Lucida Sans Unicode"/>
                <a:cs typeface="Lucida Sans Unicode"/>
              </a:rPr>
              <a:t> </a:t>
            </a:r>
            <a:r>
              <a:rPr spc="-20" dirty="0">
                <a:latin typeface="Lucida Sans Unicode"/>
                <a:cs typeface="Lucida Sans Unicode"/>
              </a:rPr>
              <a:t>pour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spc="-10" dirty="0">
                <a:latin typeface="Lucida Sans Unicode"/>
                <a:cs typeface="Lucida Sans Unicode"/>
              </a:rPr>
              <a:t>authentification.</a:t>
            </a:r>
          </a:p>
          <a:p>
            <a:pPr marL="443865">
              <a:lnSpc>
                <a:spcPct val="100000"/>
              </a:lnSpc>
              <a:spcBef>
                <a:spcPts val="375"/>
              </a:spcBef>
            </a:pPr>
            <a:r>
              <a:rPr spc="-50" dirty="0">
                <a:latin typeface="Lucida Sans Unicode"/>
                <a:cs typeface="Lucida Sans Unicode"/>
              </a:rPr>
              <a:t>api_url</a:t>
            </a:r>
            <a:r>
              <a:rPr spc="-114" dirty="0">
                <a:latin typeface="Lucida Sans Unicode"/>
                <a:cs typeface="Lucida Sans Unicode"/>
              </a:rPr>
              <a:t> : </a:t>
            </a:r>
            <a:r>
              <a:rPr dirty="0">
                <a:latin typeface="Lucida Sans Unicode"/>
                <a:cs typeface="Lucida Sans Unicode"/>
              </a:rPr>
              <a:t>URL</a:t>
            </a:r>
            <a:r>
              <a:rPr spc="-135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de</a:t>
            </a:r>
            <a:r>
              <a:rPr spc="-120" dirty="0">
                <a:latin typeface="Lucida Sans Unicode"/>
                <a:cs typeface="Lucida Sans Unicode"/>
              </a:rPr>
              <a:t> </a:t>
            </a:r>
            <a:r>
              <a:rPr spc="-30" dirty="0">
                <a:latin typeface="Lucida Sans Unicode"/>
                <a:cs typeface="Lucida Sans Unicode"/>
              </a:rPr>
              <a:t>l'API</a:t>
            </a:r>
            <a:r>
              <a:rPr spc="-125" dirty="0">
                <a:latin typeface="Lucida Sans Unicode"/>
                <a:cs typeface="Lucida Sans Unicode"/>
              </a:rPr>
              <a:t> </a:t>
            </a:r>
            <a:r>
              <a:rPr spc="-10" dirty="0">
                <a:latin typeface="Lucida Sans Unicode"/>
                <a:cs typeface="Lucida Sans Unicode"/>
              </a:rPr>
              <a:t>Edamam</a:t>
            </a:r>
            <a:r>
              <a:rPr spc="-120" dirty="0">
                <a:latin typeface="Lucida Sans Unicode"/>
                <a:cs typeface="Lucida Sans Unicode"/>
              </a:rPr>
              <a:t> </a:t>
            </a:r>
            <a:r>
              <a:rPr spc="-35" dirty="0">
                <a:latin typeface="Lucida Sans Unicode"/>
                <a:cs typeface="Lucida Sans Unicode"/>
              </a:rPr>
              <a:t>Food</a:t>
            </a:r>
            <a:r>
              <a:rPr spc="-120" dirty="0">
                <a:latin typeface="Lucida Sans Unicode"/>
                <a:cs typeface="Lucida Sans Unicode"/>
              </a:rPr>
              <a:t> </a:t>
            </a:r>
            <a:r>
              <a:rPr spc="-10" dirty="0">
                <a:latin typeface="Lucida Sans Unicode"/>
                <a:cs typeface="Lucida Sans Unicode"/>
              </a:rPr>
              <a:t>Database.</a:t>
            </a: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pc="-70" dirty="0"/>
              <a:t>Définition</a:t>
            </a:r>
            <a:r>
              <a:rPr spc="-120" dirty="0"/>
              <a:t> </a:t>
            </a:r>
            <a:r>
              <a:rPr spc="-165" dirty="0"/>
              <a:t>des</a:t>
            </a:r>
            <a:r>
              <a:rPr spc="-114" dirty="0"/>
              <a:t> </a:t>
            </a:r>
            <a:r>
              <a:rPr spc="-105" dirty="0"/>
              <a:t>paramètres</a:t>
            </a:r>
            <a:r>
              <a:rPr spc="-114" dirty="0"/>
              <a:t> </a:t>
            </a:r>
            <a:r>
              <a:rPr spc="-125" dirty="0"/>
              <a:t>de</a:t>
            </a:r>
            <a:r>
              <a:rPr spc="-114" dirty="0"/>
              <a:t> </a:t>
            </a:r>
            <a:r>
              <a:rPr spc="-105" dirty="0"/>
              <a:t>la</a:t>
            </a:r>
            <a:r>
              <a:rPr spc="-114" dirty="0"/>
              <a:t> </a:t>
            </a:r>
            <a:r>
              <a:rPr spc="-95" dirty="0"/>
              <a:t>requête</a:t>
            </a:r>
            <a:r>
              <a:rPr spc="-114" dirty="0"/>
              <a:t> </a:t>
            </a:r>
            <a:r>
              <a:rPr spc="-50" dirty="0"/>
              <a:t>:</a:t>
            </a:r>
          </a:p>
          <a:p>
            <a:pPr marL="443865">
              <a:lnSpc>
                <a:spcPct val="100000"/>
              </a:lnSpc>
              <a:spcBef>
                <a:spcPts val="375"/>
              </a:spcBef>
            </a:pPr>
            <a:r>
              <a:rPr spc="-75" dirty="0">
                <a:latin typeface="Lucida Sans Unicode"/>
                <a:cs typeface="Lucida Sans Unicode"/>
              </a:rPr>
              <a:t>ingr</a:t>
            </a:r>
            <a:r>
              <a:rPr spc="-95" dirty="0">
                <a:latin typeface="Lucida Sans Unicode"/>
                <a:cs typeface="Lucida Sans Unicode"/>
              </a:rPr>
              <a:t> </a:t>
            </a:r>
            <a:r>
              <a:rPr spc="-114" dirty="0">
                <a:latin typeface="Lucida Sans Unicode"/>
                <a:cs typeface="Lucida Sans Unicode"/>
              </a:rPr>
              <a:t>:</a:t>
            </a:r>
            <a:r>
              <a:rPr spc="-90" dirty="0">
                <a:latin typeface="Lucida Sans Unicode"/>
                <a:cs typeface="Lucida Sans Unicode"/>
              </a:rPr>
              <a:t> </a:t>
            </a:r>
            <a:r>
              <a:rPr spc="-45" dirty="0">
                <a:latin typeface="Lucida Sans Unicode"/>
                <a:cs typeface="Lucida Sans Unicode"/>
              </a:rPr>
              <a:t>Ingrédient</a:t>
            </a:r>
            <a:r>
              <a:rPr spc="-90" dirty="0">
                <a:latin typeface="Lucida Sans Unicode"/>
                <a:cs typeface="Lucida Sans Unicode"/>
              </a:rPr>
              <a:t> </a:t>
            </a:r>
            <a:r>
              <a:rPr spc="-40" dirty="0">
                <a:latin typeface="Lucida Sans Unicode"/>
                <a:cs typeface="Lucida Sans Unicode"/>
              </a:rPr>
              <a:t>recherché,</a:t>
            </a:r>
            <a:r>
              <a:rPr spc="-90" dirty="0">
                <a:latin typeface="Lucida Sans Unicode"/>
                <a:cs typeface="Lucida Sans Unicode"/>
              </a:rPr>
              <a:t> ici </a:t>
            </a:r>
            <a:r>
              <a:rPr spc="-10" dirty="0">
                <a:latin typeface="Lucida Sans Unicode"/>
                <a:cs typeface="Lucida Sans Unicode"/>
              </a:rPr>
              <a:t>'champagne'.</a:t>
            </a: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pc="-70" dirty="0"/>
              <a:t>Définition</a:t>
            </a:r>
            <a:r>
              <a:rPr spc="-120" dirty="0"/>
              <a:t> </a:t>
            </a:r>
            <a:r>
              <a:rPr spc="-165" dirty="0"/>
              <a:t>des</a:t>
            </a:r>
            <a:r>
              <a:rPr spc="-120" dirty="0"/>
              <a:t> headers </a:t>
            </a:r>
            <a:r>
              <a:rPr spc="-55" dirty="0"/>
              <a:t>pour</a:t>
            </a:r>
            <a:r>
              <a:rPr spc="-120" dirty="0"/>
              <a:t> l'API</a:t>
            </a:r>
            <a:r>
              <a:rPr spc="-114" dirty="0"/>
              <a:t> </a:t>
            </a:r>
            <a:r>
              <a:rPr spc="-145" dirty="0"/>
              <a:t>RapidAPI</a:t>
            </a:r>
            <a:r>
              <a:rPr spc="-120" dirty="0"/>
              <a:t> </a:t>
            </a:r>
            <a:r>
              <a:rPr spc="-50" dirty="0"/>
              <a:t>:</a:t>
            </a:r>
          </a:p>
          <a:p>
            <a:pPr marL="443865">
              <a:lnSpc>
                <a:spcPct val="100000"/>
              </a:lnSpc>
              <a:spcBef>
                <a:spcPts val="375"/>
              </a:spcBef>
            </a:pPr>
            <a:r>
              <a:rPr spc="-320" dirty="0">
                <a:latin typeface="Lucida Sans Unicode"/>
                <a:cs typeface="Lucida Sans Unicode"/>
              </a:rPr>
              <a:t>X-</a:t>
            </a:r>
            <a:r>
              <a:rPr spc="-95" dirty="0">
                <a:latin typeface="Lucida Sans Unicode"/>
                <a:cs typeface="Lucida Sans Unicode"/>
              </a:rPr>
              <a:t>RapidAPI-</a:t>
            </a:r>
            <a:r>
              <a:rPr spc="-50" dirty="0">
                <a:latin typeface="Lucida Sans Unicode"/>
                <a:cs typeface="Lucida Sans Unicode"/>
              </a:rPr>
              <a:t>Key</a:t>
            </a:r>
            <a:r>
              <a:rPr spc="-85" dirty="0">
                <a:latin typeface="Lucida Sans Unicode"/>
                <a:cs typeface="Lucida Sans Unicode"/>
              </a:rPr>
              <a:t> </a:t>
            </a:r>
            <a:r>
              <a:rPr spc="-114" dirty="0">
                <a:latin typeface="Lucida Sans Unicode"/>
                <a:cs typeface="Lucida Sans Unicode"/>
              </a:rPr>
              <a:t>:</a:t>
            </a:r>
            <a:r>
              <a:rPr spc="-80" dirty="0">
                <a:latin typeface="Lucida Sans Unicode"/>
                <a:cs typeface="Lucida Sans Unicode"/>
              </a:rPr>
              <a:t> </a:t>
            </a:r>
            <a:r>
              <a:rPr spc="-55" dirty="0">
                <a:latin typeface="Lucida Sans Unicode"/>
                <a:cs typeface="Lucida Sans Unicode"/>
              </a:rPr>
              <a:t>Utilise</a:t>
            </a:r>
            <a:r>
              <a:rPr spc="-80" dirty="0">
                <a:latin typeface="Lucida Sans Unicode"/>
                <a:cs typeface="Lucida Sans Unicode"/>
              </a:rPr>
              <a:t> </a:t>
            </a:r>
            <a:r>
              <a:rPr spc="-30" dirty="0">
                <a:latin typeface="Lucida Sans Unicode"/>
                <a:cs typeface="Lucida Sans Unicode"/>
              </a:rPr>
              <a:t>la</a:t>
            </a:r>
            <a:r>
              <a:rPr spc="-80" dirty="0">
                <a:latin typeface="Lucida Sans Unicode"/>
                <a:cs typeface="Lucida Sans Unicode"/>
              </a:rPr>
              <a:t> </a:t>
            </a:r>
            <a:r>
              <a:rPr spc="-60" dirty="0">
                <a:latin typeface="Lucida Sans Unicode"/>
                <a:cs typeface="Lucida Sans Unicode"/>
              </a:rPr>
              <a:t>clé</a:t>
            </a:r>
            <a:r>
              <a:rPr spc="-80" dirty="0">
                <a:latin typeface="Lucida Sans Unicode"/>
                <a:cs typeface="Lucida Sans Unicode"/>
              </a:rPr>
              <a:t> </a:t>
            </a:r>
            <a:r>
              <a:rPr spc="-20" dirty="0">
                <a:latin typeface="Lucida Sans Unicode"/>
                <a:cs typeface="Lucida Sans Unicode"/>
              </a:rPr>
              <a:t>API.</a:t>
            </a:r>
          </a:p>
          <a:p>
            <a:pPr marL="443865">
              <a:lnSpc>
                <a:spcPct val="100000"/>
              </a:lnSpc>
              <a:spcBef>
                <a:spcPts val="375"/>
              </a:spcBef>
            </a:pPr>
            <a:r>
              <a:rPr spc="-320" dirty="0">
                <a:latin typeface="Lucida Sans Unicode"/>
                <a:cs typeface="Lucida Sans Unicode"/>
              </a:rPr>
              <a:t>X-</a:t>
            </a:r>
            <a:r>
              <a:rPr spc="-95" dirty="0">
                <a:latin typeface="Lucida Sans Unicode"/>
                <a:cs typeface="Lucida Sans Unicode"/>
              </a:rPr>
              <a:t>RapidAPI-</a:t>
            </a:r>
            <a:r>
              <a:rPr spc="-45" dirty="0">
                <a:latin typeface="Lucida Sans Unicode"/>
                <a:cs typeface="Lucida Sans Unicode"/>
              </a:rPr>
              <a:t>Host</a:t>
            </a:r>
            <a:r>
              <a:rPr spc="-100" dirty="0">
                <a:latin typeface="Lucida Sans Unicode"/>
                <a:cs typeface="Lucida Sans Unicode"/>
              </a:rPr>
              <a:t> </a:t>
            </a:r>
            <a:r>
              <a:rPr spc="-114" dirty="0">
                <a:latin typeface="Lucida Sans Unicode"/>
                <a:cs typeface="Lucida Sans Unicode"/>
              </a:rPr>
              <a:t>:</a:t>
            </a:r>
            <a:r>
              <a:rPr spc="-100" dirty="0">
                <a:latin typeface="Lucida Sans Unicode"/>
                <a:cs typeface="Lucida Sans Unicode"/>
              </a:rPr>
              <a:t> </a:t>
            </a:r>
            <a:r>
              <a:rPr spc="-45" dirty="0">
                <a:latin typeface="Lucida Sans Unicode"/>
                <a:cs typeface="Lucida Sans Unicode"/>
              </a:rPr>
              <a:t>Spécifie</a:t>
            </a:r>
            <a:r>
              <a:rPr spc="-95" dirty="0">
                <a:latin typeface="Lucida Sans Unicode"/>
                <a:cs typeface="Lucida Sans Unicode"/>
              </a:rPr>
              <a:t> </a:t>
            </a:r>
            <a:r>
              <a:rPr spc="-35" dirty="0">
                <a:latin typeface="Lucida Sans Unicode"/>
                <a:cs typeface="Lucida Sans Unicode"/>
              </a:rPr>
              <a:t>l'hôte</a:t>
            </a:r>
            <a:r>
              <a:rPr spc="-100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de</a:t>
            </a:r>
            <a:r>
              <a:rPr spc="-95" dirty="0">
                <a:latin typeface="Lucida Sans Unicode"/>
                <a:cs typeface="Lucida Sans Unicode"/>
              </a:rPr>
              <a:t> </a:t>
            </a:r>
            <a:r>
              <a:rPr spc="-10" dirty="0">
                <a:latin typeface="Lucida Sans Unicode"/>
                <a:cs typeface="Lucida Sans Unicode"/>
              </a:rPr>
              <a:t>l'API.</a:t>
            </a: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pc="-130" dirty="0"/>
              <a:t>Requête</a:t>
            </a:r>
            <a:r>
              <a:rPr spc="-135" dirty="0"/>
              <a:t> </a:t>
            </a:r>
            <a:r>
              <a:rPr spc="-140" dirty="0"/>
              <a:t>à</a:t>
            </a:r>
            <a:r>
              <a:rPr spc="-130" dirty="0"/>
              <a:t> </a:t>
            </a:r>
            <a:r>
              <a:rPr spc="-120" dirty="0"/>
              <a:t>l'API</a:t>
            </a:r>
            <a:r>
              <a:rPr spc="-135" dirty="0"/>
              <a:t> </a:t>
            </a:r>
            <a:r>
              <a:rPr spc="-50" dirty="0"/>
              <a:t>:</a:t>
            </a:r>
          </a:p>
          <a:p>
            <a:pPr marL="443865" marR="670560">
              <a:lnSpc>
                <a:spcPct val="115599"/>
              </a:lnSpc>
            </a:pPr>
            <a:r>
              <a:rPr spc="-55" dirty="0">
                <a:latin typeface="Lucida Sans Unicode"/>
                <a:cs typeface="Lucida Sans Unicode"/>
              </a:rPr>
              <a:t>Utilise</a:t>
            </a:r>
            <a:r>
              <a:rPr spc="-100" dirty="0">
                <a:latin typeface="Lucida Sans Unicode"/>
                <a:cs typeface="Lucida Sans Unicode"/>
              </a:rPr>
              <a:t> </a:t>
            </a:r>
            <a:r>
              <a:rPr spc="-55" dirty="0">
                <a:latin typeface="Lucida Sans Unicode"/>
                <a:cs typeface="Lucida Sans Unicode"/>
              </a:rPr>
              <a:t>requests.get</a:t>
            </a:r>
            <a:r>
              <a:rPr spc="-95" dirty="0">
                <a:latin typeface="Lucida Sans Unicode"/>
                <a:cs typeface="Lucida Sans Unicode"/>
              </a:rPr>
              <a:t> </a:t>
            </a:r>
            <a:r>
              <a:rPr spc="-20" dirty="0">
                <a:latin typeface="Lucida Sans Unicode"/>
                <a:cs typeface="Lucida Sans Unicode"/>
              </a:rPr>
              <a:t>pour</a:t>
            </a:r>
            <a:r>
              <a:rPr spc="-100" dirty="0">
                <a:latin typeface="Lucida Sans Unicode"/>
                <a:cs typeface="Lucida Sans Unicode"/>
              </a:rPr>
              <a:t> </a:t>
            </a:r>
            <a:r>
              <a:rPr spc="-25" dirty="0">
                <a:latin typeface="Lucida Sans Unicode"/>
                <a:cs typeface="Lucida Sans Unicode"/>
              </a:rPr>
              <a:t>envoyer</a:t>
            </a:r>
            <a:r>
              <a:rPr spc="-95" dirty="0">
                <a:latin typeface="Lucida Sans Unicode"/>
                <a:cs typeface="Lucida Sans Unicode"/>
              </a:rPr>
              <a:t> </a:t>
            </a:r>
            <a:r>
              <a:rPr spc="-30" dirty="0">
                <a:latin typeface="Lucida Sans Unicode"/>
                <a:cs typeface="Lucida Sans Unicode"/>
              </a:rPr>
              <a:t>la</a:t>
            </a:r>
            <a:r>
              <a:rPr spc="-100" dirty="0">
                <a:latin typeface="Lucida Sans Unicode"/>
                <a:cs typeface="Lucida Sans Unicode"/>
              </a:rPr>
              <a:t> </a:t>
            </a:r>
            <a:r>
              <a:rPr spc="-20" dirty="0">
                <a:latin typeface="Lucida Sans Unicode"/>
                <a:cs typeface="Lucida Sans Unicode"/>
              </a:rPr>
              <a:t>requête</a:t>
            </a:r>
            <a:r>
              <a:rPr spc="-95" dirty="0">
                <a:latin typeface="Lucida Sans Unicode"/>
                <a:cs typeface="Lucida Sans Unicode"/>
              </a:rPr>
              <a:t> </a:t>
            </a:r>
            <a:r>
              <a:rPr spc="-30" dirty="0">
                <a:latin typeface="Lucida Sans Unicode"/>
                <a:cs typeface="Lucida Sans Unicode"/>
              </a:rPr>
              <a:t>avec</a:t>
            </a:r>
            <a:r>
              <a:rPr spc="-100" dirty="0">
                <a:latin typeface="Lucida Sans Unicode"/>
                <a:cs typeface="Lucida Sans Unicode"/>
              </a:rPr>
              <a:t> </a:t>
            </a:r>
            <a:r>
              <a:rPr spc="-25" dirty="0">
                <a:latin typeface="Lucida Sans Unicode"/>
                <a:cs typeface="Lucida Sans Unicode"/>
              </a:rPr>
              <a:t>les </a:t>
            </a:r>
            <a:r>
              <a:rPr spc="-20" dirty="0">
                <a:latin typeface="Lucida Sans Unicode"/>
                <a:cs typeface="Lucida Sans Unicode"/>
              </a:rPr>
              <a:t>headers</a:t>
            </a:r>
            <a:r>
              <a:rPr spc="-110" dirty="0">
                <a:latin typeface="Lucida Sans Unicode"/>
                <a:cs typeface="Lucida Sans Unicode"/>
              </a:rPr>
              <a:t> </a:t>
            </a:r>
            <a:r>
              <a:rPr spc="-10" dirty="0">
                <a:latin typeface="Lucida Sans Unicode"/>
                <a:cs typeface="Lucida Sans Unicode"/>
              </a:rPr>
              <a:t>et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spc="-55" dirty="0">
                <a:latin typeface="Lucida Sans Unicode"/>
                <a:cs typeface="Lucida Sans Unicode"/>
              </a:rPr>
              <a:t>les</a:t>
            </a:r>
            <a:r>
              <a:rPr spc="-110" dirty="0">
                <a:latin typeface="Lucida Sans Unicode"/>
                <a:cs typeface="Lucida Sans Unicode"/>
              </a:rPr>
              <a:t> </a:t>
            </a:r>
            <a:r>
              <a:rPr spc="-25" dirty="0">
                <a:latin typeface="Lucida Sans Unicode"/>
                <a:cs typeface="Lucida Sans Unicode"/>
              </a:rPr>
              <a:t>paramètres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spc="-10" dirty="0">
                <a:latin typeface="Lucida Sans Unicode"/>
                <a:cs typeface="Lucida Sans Unicode"/>
              </a:rPr>
              <a:t>définis.</a:t>
            </a: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pc="-110" dirty="0"/>
              <a:t>Vérification</a:t>
            </a:r>
            <a:r>
              <a:rPr spc="-120" dirty="0"/>
              <a:t> </a:t>
            </a:r>
            <a:r>
              <a:rPr spc="-65" dirty="0"/>
              <a:t>du</a:t>
            </a:r>
            <a:r>
              <a:rPr spc="-120" dirty="0"/>
              <a:t> </a:t>
            </a:r>
            <a:r>
              <a:rPr spc="-90" dirty="0"/>
              <a:t>statut</a:t>
            </a:r>
            <a:r>
              <a:rPr spc="-120" dirty="0"/>
              <a:t> </a:t>
            </a:r>
            <a:r>
              <a:rPr spc="-125" dirty="0"/>
              <a:t>de</a:t>
            </a:r>
            <a:r>
              <a:rPr spc="-120" dirty="0"/>
              <a:t> </a:t>
            </a:r>
            <a:r>
              <a:rPr spc="-105" dirty="0"/>
              <a:t>la</a:t>
            </a:r>
            <a:r>
              <a:rPr spc="-120" dirty="0"/>
              <a:t> </a:t>
            </a:r>
            <a:r>
              <a:rPr spc="-114" dirty="0"/>
              <a:t>réponse</a:t>
            </a:r>
            <a:r>
              <a:rPr spc="-120" dirty="0"/>
              <a:t> </a:t>
            </a:r>
            <a:r>
              <a:rPr spc="-50" dirty="0"/>
              <a:t>:</a:t>
            </a:r>
          </a:p>
          <a:p>
            <a:pPr marL="443865">
              <a:lnSpc>
                <a:spcPct val="100000"/>
              </a:lnSpc>
              <a:spcBef>
                <a:spcPts val="375"/>
              </a:spcBef>
            </a:pPr>
            <a:r>
              <a:rPr spc="-20" dirty="0">
                <a:latin typeface="Lucida Sans Unicode"/>
                <a:cs typeface="Lucida Sans Unicode"/>
              </a:rPr>
              <a:t>Si</a:t>
            </a:r>
            <a:r>
              <a:rPr spc="-95" dirty="0">
                <a:latin typeface="Lucida Sans Unicode"/>
                <a:cs typeface="Lucida Sans Unicode"/>
              </a:rPr>
              <a:t> </a:t>
            </a:r>
            <a:r>
              <a:rPr spc="-50" dirty="0">
                <a:latin typeface="Lucida Sans Unicode"/>
                <a:cs typeface="Lucida Sans Unicode"/>
              </a:rPr>
              <a:t>response.status_code</a:t>
            </a:r>
            <a:r>
              <a:rPr spc="-95" dirty="0">
                <a:latin typeface="Lucida Sans Unicode"/>
                <a:cs typeface="Lucida Sans Unicode"/>
              </a:rPr>
              <a:t> </a:t>
            </a:r>
            <a:r>
              <a:rPr spc="-450" dirty="0">
                <a:latin typeface="Lucida Sans Unicode"/>
                <a:cs typeface="Lucida Sans Unicode"/>
              </a:rPr>
              <a:t>==</a:t>
            </a:r>
            <a:r>
              <a:rPr spc="-95" dirty="0">
                <a:latin typeface="Lucida Sans Unicode"/>
                <a:cs typeface="Lucida Sans Unicode"/>
              </a:rPr>
              <a:t> </a:t>
            </a:r>
            <a:r>
              <a:rPr spc="-135" dirty="0">
                <a:latin typeface="Lucida Sans Unicode"/>
                <a:cs typeface="Lucida Sans Unicode"/>
              </a:rPr>
              <a:t>200</a:t>
            </a:r>
            <a:r>
              <a:rPr spc="-95" dirty="0">
                <a:latin typeface="Lucida Sans Unicode"/>
                <a:cs typeface="Lucida Sans Unicode"/>
              </a:rPr>
              <a:t> </a:t>
            </a:r>
            <a:r>
              <a:rPr spc="-60" dirty="0">
                <a:latin typeface="Lucida Sans Unicode"/>
                <a:cs typeface="Lucida Sans Unicode"/>
              </a:rPr>
              <a:t>(succès)</a:t>
            </a:r>
            <a:r>
              <a:rPr spc="-95" dirty="0">
                <a:latin typeface="Lucida Sans Unicode"/>
                <a:cs typeface="Lucida Sans Unicode"/>
              </a:rPr>
              <a:t> </a:t>
            </a:r>
            <a:r>
              <a:rPr spc="-50" dirty="0">
                <a:latin typeface="Lucida Sans Unicode"/>
                <a:cs typeface="Lucida Sans Unicode"/>
              </a:rPr>
              <a:t>:</a:t>
            </a:r>
          </a:p>
          <a:p>
            <a:pPr marL="876300" marR="549275">
              <a:lnSpc>
                <a:spcPct val="115599"/>
              </a:lnSpc>
            </a:pPr>
            <a:r>
              <a:rPr spc="-50" dirty="0">
                <a:latin typeface="Lucida Sans Unicode"/>
                <a:cs typeface="Lucida Sans Unicode"/>
              </a:rPr>
              <a:t>Convertit</a:t>
            </a:r>
            <a:r>
              <a:rPr spc="-110" dirty="0">
                <a:latin typeface="Lucida Sans Unicode"/>
                <a:cs typeface="Lucida Sans Unicode"/>
              </a:rPr>
              <a:t> </a:t>
            </a:r>
            <a:r>
              <a:rPr spc="-30" dirty="0">
                <a:latin typeface="Lucida Sans Unicode"/>
                <a:cs typeface="Lucida Sans Unicode"/>
              </a:rPr>
              <a:t>la</a:t>
            </a:r>
            <a:r>
              <a:rPr spc="-110" dirty="0">
                <a:latin typeface="Lucida Sans Unicode"/>
                <a:cs typeface="Lucida Sans Unicode"/>
              </a:rPr>
              <a:t> </a:t>
            </a:r>
            <a:r>
              <a:rPr spc="-25" dirty="0">
                <a:latin typeface="Lucida Sans Unicode"/>
                <a:cs typeface="Lucida Sans Unicode"/>
              </a:rPr>
              <a:t>réponse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spc="-10" dirty="0">
                <a:latin typeface="Lucida Sans Unicode"/>
                <a:cs typeface="Lucida Sans Unicode"/>
              </a:rPr>
              <a:t>JSON</a:t>
            </a:r>
            <a:r>
              <a:rPr spc="-110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en</a:t>
            </a:r>
            <a:r>
              <a:rPr spc="-110" dirty="0">
                <a:latin typeface="Lucida Sans Unicode"/>
                <a:cs typeface="Lucida Sans Unicode"/>
              </a:rPr>
              <a:t> </a:t>
            </a:r>
            <a:r>
              <a:rPr spc="-45" dirty="0">
                <a:latin typeface="Lucida Sans Unicode"/>
                <a:cs typeface="Lucida Sans Unicode"/>
              </a:rPr>
              <a:t>dictionnaire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spc="-10" dirty="0">
                <a:latin typeface="Lucida Sans Unicode"/>
                <a:cs typeface="Lucida Sans Unicode"/>
              </a:rPr>
              <a:t>Python. </a:t>
            </a:r>
            <a:r>
              <a:rPr spc="-50" dirty="0">
                <a:latin typeface="Lucida Sans Unicode"/>
                <a:cs typeface="Lucida Sans Unicode"/>
              </a:rPr>
              <a:t>Extrait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spc="-55" dirty="0">
                <a:latin typeface="Lucida Sans Unicode"/>
                <a:cs typeface="Lucida Sans Unicode"/>
              </a:rPr>
              <a:t>les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spc="-135" dirty="0">
                <a:latin typeface="Lucida Sans Unicode"/>
                <a:cs typeface="Lucida Sans Unicode"/>
              </a:rPr>
              <a:t>10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spc="-30" dirty="0">
                <a:latin typeface="Lucida Sans Unicode"/>
                <a:cs typeface="Lucida Sans Unicode"/>
              </a:rPr>
              <a:t>premiers</a:t>
            </a:r>
            <a:r>
              <a:rPr spc="-120" dirty="0">
                <a:latin typeface="Lucida Sans Unicode"/>
                <a:cs typeface="Lucida Sans Unicode"/>
              </a:rPr>
              <a:t> </a:t>
            </a:r>
            <a:r>
              <a:rPr spc="-45" dirty="0">
                <a:latin typeface="Lucida Sans Unicode"/>
                <a:cs typeface="Lucida Sans Unicode"/>
              </a:rPr>
              <a:t>produits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de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spc="-30" dirty="0">
                <a:latin typeface="Lucida Sans Unicode"/>
                <a:cs typeface="Lucida Sans Unicode"/>
              </a:rPr>
              <a:t>la</a:t>
            </a:r>
            <a:r>
              <a:rPr spc="-114" dirty="0">
                <a:latin typeface="Lucida Sans Unicode"/>
                <a:cs typeface="Lucida Sans Unicode"/>
              </a:rPr>
              <a:t> </a:t>
            </a:r>
            <a:r>
              <a:rPr spc="-10" dirty="0">
                <a:latin typeface="Lucida Sans Unicode"/>
                <a:cs typeface="Lucida Sans Unicode"/>
              </a:rPr>
              <a:t>réponse.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4999"/>
              </a:lnSpc>
              <a:spcBef>
                <a:spcPts val="100"/>
              </a:spcBef>
            </a:pPr>
            <a:r>
              <a:rPr dirty="0"/>
              <a:t>Ce</a:t>
            </a:r>
            <a:r>
              <a:rPr spc="-100" dirty="0"/>
              <a:t> </a:t>
            </a:r>
            <a:r>
              <a:rPr spc="-20" dirty="0"/>
              <a:t>script</a:t>
            </a:r>
            <a:r>
              <a:rPr spc="-95" dirty="0"/>
              <a:t> </a:t>
            </a:r>
            <a:r>
              <a:rPr dirty="0"/>
              <a:t>permet</a:t>
            </a:r>
            <a:r>
              <a:rPr spc="-100" dirty="0"/>
              <a:t> </a:t>
            </a:r>
            <a:r>
              <a:rPr dirty="0"/>
              <a:t>d'interroger</a:t>
            </a:r>
            <a:r>
              <a:rPr spc="-95" dirty="0"/>
              <a:t> </a:t>
            </a:r>
            <a:r>
              <a:rPr spc="-10" dirty="0"/>
              <a:t>l'API</a:t>
            </a:r>
            <a:r>
              <a:rPr spc="-95" dirty="0"/>
              <a:t> </a:t>
            </a:r>
            <a:r>
              <a:rPr spc="60" dirty="0"/>
              <a:t>Edamam</a:t>
            </a:r>
            <a:r>
              <a:rPr spc="-100" dirty="0"/>
              <a:t> </a:t>
            </a:r>
            <a:r>
              <a:rPr spc="55" dirty="0"/>
              <a:t>pour </a:t>
            </a:r>
            <a:r>
              <a:rPr dirty="0"/>
              <a:t>obtenir</a:t>
            </a:r>
            <a:r>
              <a:rPr spc="-90" dirty="0"/>
              <a:t> </a:t>
            </a:r>
            <a:r>
              <a:rPr spc="75" dirty="0"/>
              <a:t>des</a:t>
            </a:r>
            <a:r>
              <a:rPr spc="-90" dirty="0"/>
              <a:t> </a:t>
            </a:r>
            <a:r>
              <a:rPr dirty="0"/>
              <a:t>informations</a:t>
            </a:r>
            <a:r>
              <a:rPr spc="-90" dirty="0"/>
              <a:t> </a:t>
            </a:r>
            <a:r>
              <a:rPr spc="80" dirty="0"/>
              <a:t>sur</a:t>
            </a:r>
            <a:r>
              <a:rPr spc="-90" dirty="0"/>
              <a:t> </a:t>
            </a:r>
            <a:r>
              <a:rPr spc="75" dirty="0"/>
              <a:t>des</a:t>
            </a:r>
            <a:r>
              <a:rPr spc="-90" dirty="0"/>
              <a:t> </a:t>
            </a:r>
            <a:r>
              <a:rPr spc="-10" dirty="0"/>
              <a:t>produits </a:t>
            </a:r>
            <a:r>
              <a:rPr spc="-25" dirty="0"/>
              <a:t>alimentaires </a:t>
            </a:r>
            <a:r>
              <a:rPr dirty="0"/>
              <a:t>spécifiques</a:t>
            </a:r>
            <a:r>
              <a:rPr spc="-25" dirty="0"/>
              <a:t> </a:t>
            </a:r>
            <a:r>
              <a:rPr spc="-90" dirty="0"/>
              <a:t>et</a:t>
            </a:r>
            <a:r>
              <a:rPr spc="-2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sauvegarder</a:t>
            </a:r>
            <a:r>
              <a:rPr spc="-25" dirty="0"/>
              <a:t> ces </a:t>
            </a:r>
            <a:r>
              <a:rPr dirty="0"/>
              <a:t>informations</a:t>
            </a:r>
            <a:r>
              <a:rPr spc="-80" dirty="0"/>
              <a:t> </a:t>
            </a:r>
            <a:r>
              <a:rPr spc="85" dirty="0"/>
              <a:t>dans</a:t>
            </a:r>
            <a:r>
              <a:rPr spc="-80" dirty="0"/>
              <a:t> </a:t>
            </a:r>
            <a:r>
              <a:rPr spc="105" dirty="0"/>
              <a:t>un</a:t>
            </a:r>
            <a:r>
              <a:rPr spc="-80" dirty="0"/>
              <a:t> </a:t>
            </a:r>
            <a:r>
              <a:rPr spc="-70" dirty="0"/>
              <a:t>fichier</a:t>
            </a:r>
            <a:r>
              <a:rPr spc="-80" dirty="0"/>
              <a:t> </a:t>
            </a:r>
            <a:r>
              <a:rPr spc="-20" dirty="0"/>
              <a:t>CSV.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0" y="0"/>
            <a:ext cx="9144000" cy="10287000"/>
          </a:xfrm>
          <a:custGeom>
            <a:avLst/>
            <a:gdLst/>
            <a:ahLst/>
            <a:cxnLst/>
            <a:rect l="l" t="t" r="r" b="b"/>
            <a:pathLst>
              <a:path w="9144000" h="10287000">
                <a:moveTo>
                  <a:pt x="9143999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10286999"/>
                </a:lnTo>
                <a:close/>
              </a:path>
            </a:pathLst>
          </a:custGeom>
          <a:solidFill>
            <a:srgbClr val="A18F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60894" y="4414900"/>
            <a:ext cx="3350895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200" spc="-520" dirty="0">
                <a:solidFill>
                  <a:srgbClr val="A18F62"/>
                </a:solidFill>
                <a:latin typeface="Arial Black"/>
                <a:cs typeface="Arial Black"/>
              </a:rPr>
              <a:t>me</a:t>
            </a:r>
            <a:r>
              <a:rPr sz="9200" spc="-520" dirty="0">
                <a:solidFill>
                  <a:srgbClr val="000000"/>
                </a:solidFill>
                <a:latin typeface="Arial Black"/>
                <a:cs typeface="Arial Black"/>
              </a:rPr>
              <a:t>rci</a:t>
            </a:r>
            <a:endParaRPr sz="9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Personnalisé</PresentationFormat>
  <Slides>23</Slides>
  <Notes>0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4" baseType="lpstr">
      <vt:lpstr>Office Theme</vt:lpstr>
      <vt:lpstr>PROJET 6</vt:lpstr>
      <vt:lpstr>e-commerce marketplace</vt:lpstr>
      <vt:lpstr>Partie 1 - A</vt:lpstr>
      <vt:lpstr>NETTOYAGE DES TEXTES</vt:lpstr>
      <vt:lpstr>TRANSFORMATION EN NIVEAUX DE GRIS FILTRAGE DU BRUIT, AJUSTEMENT DU CONTRASTE</vt:lpstr>
      <vt:lpstr>Partie 1 - B</vt:lpstr>
      <vt:lpstr>MÉTHODES BASIQUES : BAG OF WORDS TF-IDF</vt:lpstr>
      <vt:lpstr>Extraction de Features Textuelles</vt:lpstr>
      <vt:lpstr>ALGORITHME SIMPLE :  SIFT</vt:lpstr>
      <vt:lpstr>ALGORITHME AVANCÉ :</vt:lpstr>
      <vt:lpstr>RÉDUCTION DIMENSION 1</vt:lpstr>
      <vt:lpstr>Présentation PowerPoint</vt:lpstr>
      <vt:lpstr>Présentation PowerPoint</vt:lpstr>
      <vt:lpstr>ARI</vt:lpstr>
      <vt:lpstr>Résultats</vt:lpstr>
      <vt:lpstr>Classification supervisée</vt:lpstr>
      <vt:lpstr>Classification supervisée 1er modèle</vt:lpstr>
      <vt:lpstr>Classification supervisée 2nd modèle - Data augmentation</vt:lpstr>
      <vt:lpstr>Présentation PowerPoint</vt:lpstr>
      <vt:lpstr>Résultats</vt:lpstr>
      <vt:lpstr>Résultats</vt:lpstr>
      <vt:lpstr>Ce script permet d'interroger l'API Edamam pour obtenir des informations sur des produits alimentaires spécifiques et de sauvegarder ces informations dans un fichier CSV.</vt:lpstr>
      <vt:lpstr>merci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6 Rogues Alexandre</dc:title>
  <dc:creator>Alexandre Emmanuel Rogues</dc:creator>
  <cp:keywords>DAGGr17Xfoc,BADkUawRZdA</cp:keywords>
  <cp:lastModifiedBy>Saoussan Elhaouzi</cp:lastModifiedBy>
  <cp:revision>1</cp:revision>
  <dcterms:created xsi:type="dcterms:W3CDTF">2026-01-16T18:04:14Z</dcterms:created>
  <dcterms:modified xsi:type="dcterms:W3CDTF">2026-01-16T18:04:56Z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2024-06-07T00:00:00Z</vt:filetime>
  </property>
  <property fmtid="{D5CDD505-2E9C-101B-9397-08002B2CF9AE}" pid="3" name="Creator">
    <vt:lpwstr>Canva</vt:lpwstr>
  </property>
  <property fmtid="{D5CDD505-2E9C-101B-9397-08002B2CF9AE}" pid="4" name="LastSaved">
    <vt:filetime>2026-01-16T00:00:00Z</vt:filetime>
  </property>
  <property fmtid="{D5CDD505-2E9C-101B-9397-08002B2CF9AE}" pid="5" name="Producer">
    <vt:lpwstr>Canva</vt:lpwstr>
  </property>
</Properties>
</file>